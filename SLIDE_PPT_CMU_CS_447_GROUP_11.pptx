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302" r:id="rId3"/>
    <p:sldId id="258" r:id="rId4"/>
    <p:sldId id="259" r:id="rId5"/>
    <p:sldId id="260" r:id="rId6"/>
    <p:sldId id="296" r:id="rId7"/>
    <p:sldId id="297" r:id="rId8"/>
    <p:sldId id="300" r:id="rId9"/>
    <p:sldId id="299" r:id="rId10"/>
    <p:sldId id="298" r:id="rId11"/>
    <p:sldId id="301" r:id="rId12"/>
  </p:sldIdLst>
  <p:sldSz cx="9144000" cy="5143500" type="screen16x9"/>
  <p:notesSz cx="6858000" cy="9144000"/>
  <p:embeddedFontLst>
    <p:embeddedFont>
      <p:font typeface="Dela Gothic One" panose="020B0604020202020204" charset="-128"/>
      <p:regular r:id="rId14"/>
    </p:embeddedFont>
    <p:embeddedFont>
      <p:font typeface="Constantia" panose="02030602050306030303" pitchFamily="18" charset="0"/>
      <p:regular r:id="rId15"/>
      <p:bold r:id="rId16"/>
      <p:italic r:id="rId17"/>
      <p:boldItalic r:id="rId18"/>
    </p:embeddedFont>
    <p:embeddedFont>
      <p:font typeface="Eras Demi ITC" panose="020B0805030504020804" pitchFamily="34" charset="0"/>
      <p:regular r:id="rId19"/>
    </p:embeddedFont>
    <p:embeddedFont>
      <p:font typeface="Jumble" panose="02000503000000020004" pitchFamily="2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E1BA8-2117-4658-BDED-F04F07E81251}" v="984" dt="2025-04-07T06:26:42.128"/>
    <p1510:client id="{49DA177C-825D-418F-A9C5-F3621505D17E}" v="9" dt="2025-04-07T06:30:35.864"/>
  </p1510:revLst>
</p1510:revInfo>
</file>

<file path=ppt/tableStyles.xml><?xml version="1.0" encoding="utf-8"?>
<a:tblStyleLst xmlns:a="http://schemas.openxmlformats.org/drawingml/2006/main" def="{8CA3B3B7-A2EA-47C9-8196-4607B433D9F2}">
  <a:tblStyle styleId="{8CA3B3B7-A2EA-47C9-8196-4607B433D9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5141" autoAdjust="0"/>
  </p:normalViewPr>
  <p:slideViewPr>
    <p:cSldViewPr snapToGrid="0">
      <p:cViewPr varScale="1">
        <p:scale>
          <a:sx n="107" d="100"/>
          <a:sy n="107" d="100"/>
        </p:scale>
        <p:origin x="912" y="86"/>
      </p:cViewPr>
      <p:guideLst>
        <p:guide orient="horz" pos="8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0d666709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0d666709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B62F47F0-D0A8-F924-D174-1B6C52E62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0e421b1c7a_0_28:notes">
            <a:extLst>
              <a:ext uri="{FF2B5EF4-FFF2-40B4-BE49-F238E27FC236}">
                <a16:creationId xmlns:a16="http://schemas.microsoft.com/office/drawing/2014/main" id="{09E7E0D7-519D-FD57-6088-5FBD6AE69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0e421b1c7a_0_28:notes">
            <a:extLst>
              <a:ext uri="{FF2B5EF4-FFF2-40B4-BE49-F238E27FC236}">
                <a16:creationId xmlns:a16="http://schemas.microsoft.com/office/drawing/2014/main" id="{EEE40DDD-7C16-B94D-913D-DD7D7F92C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642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0e421b1c7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0e421b1c7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1e925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1e925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d6667094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d6667094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32DF5607-73C9-BFB4-4C5C-BCB9E520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d66670947_0_65:notes">
            <a:extLst>
              <a:ext uri="{FF2B5EF4-FFF2-40B4-BE49-F238E27FC236}">
                <a16:creationId xmlns:a16="http://schemas.microsoft.com/office/drawing/2014/main" id="{56A8B48C-ACCE-8FF1-32F2-649AFB196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d66670947_0_65:notes">
            <a:extLst>
              <a:ext uri="{FF2B5EF4-FFF2-40B4-BE49-F238E27FC236}">
                <a16:creationId xmlns:a16="http://schemas.microsoft.com/office/drawing/2014/main" id="{0CA019B0-06CF-9053-C248-F8EC85249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290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B8CE9F83-0C2B-0FB6-58BF-95A1EC01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1e925f_2_0:notes">
            <a:extLst>
              <a:ext uri="{FF2B5EF4-FFF2-40B4-BE49-F238E27FC236}">
                <a16:creationId xmlns:a16="http://schemas.microsoft.com/office/drawing/2014/main" id="{F6D1AA8A-2548-4451-6F61-AB92F733D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1e925f_2_0:notes">
            <a:extLst>
              <a:ext uri="{FF2B5EF4-FFF2-40B4-BE49-F238E27FC236}">
                <a16:creationId xmlns:a16="http://schemas.microsoft.com/office/drawing/2014/main" id="{34487B46-A70A-47EA-502B-7F9C09F0D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292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EAC1BB7-594C-2B00-1CD5-B2E90A2B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d66670947_0_65:notes">
            <a:extLst>
              <a:ext uri="{FF2B5EF4-FFF2-40B4-BE49-F238E27FC236}">
                <a16:creationId xmlns:a16="http://schemas.microsoft.com/office/drawing/2014/main" id="{64B251D7-8AAC-ADEB-8A01-6823C7E2E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d66670947_0_65:notes">
            <a:extLst>
              <a:ext uri="{FF2B5EF4-FFF2-40B4-BE49-F238E27FC236}">
                <a16:creationId xmlns:a16="http://schemas.microsoft.com/office/drawing/2014/main" id="{41F084E9-4C8C-DB01-4325-982568570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Planning and scheduling: Lập kế hoạch và lên lịch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Monitoring and Analyzing: Theo dõi và phân tích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Integration and Synchronization: Tích hợp và đồng bộ hóa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1521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7090FAA6-4CDB-D4E2-D5D2-A4BBD798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1e925f_2_0:notes">
            <a:extLst>
              <a:ext uri="{FF2B5EF4-FFF2-40B4-BE49-F238E27FC236}">
                <a16:creationId xmlns:a16="http://schemas.microsoft.com/office/drawing/2014/main" id="{86F152A5-2344-7A81-1FBE-A71101B89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1e925f_2_0:notes">
            <a:extLst>
              <a:ext uri="{FF2B5EF4-FFF2-40B4-BE49-F238E27FC236}">
                <a16:creationId xmlns:a16="http://schemas.microsoft.com/office/drawing/2014/main" id="{A77D8DF4-D1AC-5033-7E4C-850FEB5D1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905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1EBAB40E-2252-F804-B1A4-42CDF0AB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d66670947_0_65:notes">
            <a:extLst>
              <a:ext uri="{FF2B5EF4-FFF2-40B4-BE49-F238E27FC236}">
                <a16:creationId xmlns:a16="http://schemas.microsoft.com/office/drawing/2014/main" id="{53540F63-FFE6-891F-AF40-6E1929820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d66670947_0_65:notes">
            <a:extLst>
              <a:ext uri="{FF2B5EF4-FFF2-40B4-BE49-F238E27FC236}">
                <a16:creationId xmlns:a16="http://schemas.microsoft.com/office/drawing/2014/main" id="{6211FB2F-3D1D-7BDB-4112-58E4D13A1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Planning and scheduling: Lập kế hoạch và lên lịch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Monitoring and Analyzing: Theo dõi và phân tích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Integration and Synchronization: Tích hợp và đồng bộ hóa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6038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0C534085-D2E4-2F43-B8EB-01D60B6E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1e925f_2_0:notes">
            <a:extLst>
              <a:ext uri="{FF2B5EF4-FFF2-40B4-BE49-F238E27FC236}">
                <a16:creationId xmlns:a16="http://schemas.microsoft.com/office/drawing/2014/main" id="{DC3E606C-B0EF-C3A5-C8B6-1ADF61C3F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1e925f_2_0:notes">
            <a:extLst>
              <a:ext uri="{FF2B5EF4-FFF2-40B4-BE49-F238E27FC236}">
                <a16:creationId xmlns:a16="http://schemas.microsoft.com/office/drawing/2014/main" id="{45EA6CAE-4B5E-760E-26FD-7EFEDA26C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25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-5400000" flipH="1">
            <a:off x="2002691" y="-2000253"/>
            <a:ext cx="5138608" cy="9143997"/>
            <a:chOff x="4386900" y="3055725"/>
            <a:chExt cx="1524900" cy="2390775"/>
          </a:xfrm>
        </p:grpSpPr>
        <p:sp>
          <p:nvSpPr>
            <p:cNvPr id="10" name="Google Shape;10;p2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825000" y="3261600"/>
            <a:ext cx="7573200" cy="2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title"/>
          </p:nvPr>
        </p:nvSpPr>
        <p:spPr>
          <a:xfrm>
            <a:off x="857575" y="972600"/>
            <a:ext cx="7573200" cy="22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/>
          <p:nvPr/>
        </p:nvSpPr>
        <p:spPr>
          <a:xfrm>
            <a:off x="933150" y="810725"/>
            <a:ext cx="397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 rot="5400000">
            <a:off x="1965854" y="-2016141"/>
            <a:ext cx="5211803" cy="9143997"/>
            <a:chOff x="4386900" y="3055725"/>
            <a:chExt cx="1524900" cy="2390775"/>
          </a:xfrm>
        </p:grpSpPr>
        <p:sp>
          <p:nvSpPr>
            <p:cNvPr id="30" name="Google Shape;30;p3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 txBox="1">
            <a:spLocks noGrp="1"/>
          </p:cNvSpPr>
          <p:nvPr>
            <p:ph type="title" hasCustomPrompt="1"/>
          </p:nvPr>
        </p:nvSpPr>
        <p:spPr>
          <a:xfrm>
            <a:off x="3939175" y="922025"/>
            <a:ext cx="1265700" cy="68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/>
          </p:nvPr>
        </p:nvSpPr>
        <p:spPr>
          <a:xfrm>
            <a:off x="1841550" y="2136000"/>
            <a:ext cx="54609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1841575" y="3152600"/>
            <a:ext cx="54609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 rot="5400000">
            <a:off x="1966017" y="1055514"/>
            <a:ext cx="5211956" cy="9143997"/>
            <a:chOff x="4386900" y="3055725"/>
            <a:chExt cx="1524900" cy="2390775"/>
          </a:xfrm>
        </p:grpSpPr>
        <p:sp>
          <p:nvSpPr>
            <p:cNvPr id="54" name="Google Shape;54;p5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5"/>
          <p:cNvSpPr txBox="1">
            <a:spLocks noGrp="1"/>
          </p:cNvSpPr>
          <p:nvPr>
            <p:ph type="title" idx="2"/>
          </p:nvPr>
        </p:nvSpPr>
        <p:spPr>
          <a:xfrm>
            <a:off x="2000575" y="2530275"/>
            <a:ext cx="21867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000500" y="2964250"/>
            <a:ext cx="21867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3"/>
          </p:nvPr>
        </p:nvSpPr>
        <p:spPr>
          <a:xfrm>
            <a:off x="4956825" y="2530275"/>
            <a:ext cx="21867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4"/>
          </p:nvPr>
        </p:nvSpPr>
        <p:spPr>
          <a:xfrm>
            <a:off x="4956750" y="2964309"/>
            <a:ext cx="21867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2F2F2">
            <a:alpha val="0"/>
          </a:srgbClr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rgbClr val="1D1D1D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3"/>
          <p:cNvGrpSpPr/>
          <p:nvPr/>
        </p:nvGrpSpPr>
        <p:grpSpPr>
          <a:xfrm rot="5400000" flipH="1">
            <a:off x="1966017" y="1055514"/>
            <a:ext cx="5211956" cy="9143997"/>
            <a:chOff x="4386900" y="3055725"/>
            <a:chExt cx="1524900" cy="2390775"/>
          </a:xfrm>
        </p:grpSpPr>
        <p:sp>
          <p:nvSpPr>
            <p:cNvPr id="156" name="Google Shape;156;p13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3"/>
          <p:cNvSpPr txBox="1">
            <a:spLocks noGrp="1"/>
          </p:cNvSpPr>
          <p:nvPr>
            <p:ph type="title"/>
          </p:nvPr>
        </p:nvSpPr>
        <p:spPr>
          <a:xfrm>
            <a:off x="2027038" y="1577525"/>
            <a:ext cx="2366100" cy="3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2" hasCustomPrompt="1"/>
          </p:nvPr>
        </p:nvSpPr>
        <p:spPr>
          <a:xfrm>
            <a:off x="4662888" y="17432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3" hasCustomPrompt="1"/>
          </p:nvPr>
        </p:nvSpPr>
        <p:spPr>
          <a:xfrm>
            <a:off x="720175" y="328132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4" hasCustomPrompt="1"/>
          </p:nvPr>
        </p:nvSpPr>
        <p:spPr>
          <a:xfrm>
            <a:off x="720163" y="174596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5" hasCustomPrompt="1"/>
          </p:nvPr>
        </p:nvSpPr>
        <p:spPr>
          <a:xfrm>
            <a:off x="4662888" y="328132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1"/>
          </p:nvPr>
        </p:nvSpPr>
        <p:spPr>
          <a:xfrm>
            <a:off x="2027050" y="1898300"/>
            <a:ext cx="23661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6"/>
          </p:nvPr>
        </p:nvSpPr>
        <p:spPr>
          <a:xfrm>
            <a:off x="5970901" y="1577525"/>
            <a:ext cx="2392500" cy="3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7"/>
          </p:nvPr>
        </p:nvSpPr>
        <p:spPr>
          <a:xfrm>
            <a:off x="5970900" y="1898225"/>
            <a:ext cx="23661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8"/>
          </p:nvPr>
        </p:nvSpPr>
        <p:spPr>
          <a:xfrm>
            <a:off x="2028100" y="3094025"/>
            <a:ext cx="2366100" cy="3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9"/>
          </p:nvPr>
        </p:nvSpPr>
        <p:spPr>
          <a:xfrm>
            <a:off x="2027050" y="3428600"/>
            <a:ext cx="236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13"/>
          </p:nvPr>
        </p:nvSpPr>
        <p:spPr>
          <a:xfrm>
            <a:off x="5971961" y="3107900"/>
            <a:ext cx="2366100" cy="3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14"/>
          </p:nvPr>
        </p:nvSpPr>
        <p:spPr>
          <a:xfrm>
            <a:off x="5970911" y="3395450"/>
            <a:ext cx="2368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6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2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6" name="Google Shape;306;p20"/>
          <p:cNvGrpSpPr/>
          <p:nvPr/>
        </p:nvGrpSpPr>
        <p:grpSpPr>
          <a:xfrm rot="-5400000" flipH="1">
            <a:off x="2002691" y="-2000253"/>
            <a:ext cx="5138608" cy="9143997"/>
            <a:chOff x="4386900" y="3055725"/>
            <a:chExt cx="1524900" cy="2390775"/>
          </a:xfrm>
        </p:grpSpPr>
        <p:sp>
          <p:nvSpPr>
            <p:cNvPr id="307" name="Google Shape;307;p20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2_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4" name="Google Shape;324;p21"/>
          <p:cNvGrpSpPr/>
          <p:nvPr/>
        </p:nvGrpSpPr>
        <p:grpSpPr>
          <a:xfrm rot="5400000" flipH="1">
            <a:off x="2002691" y="-2000253"/>
            <a:ext cx="5138608" cy="9143997"/>
            <a:chOff x="4386900" y="3055725"/>
            <a:chExt cx="1524900" cy="2390775"/>
          </a:xfrm>
        </p:grpSpPr>
        <p:sp>
          <p:nvSpPr>
            <p:cNvPr id="325" name="Google Shape;325;p21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2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2" name="Google Shape;342;p22"/>
          <p:cNvGrpSpPr/>
          <p:nvPr/>
        </p:nvGrpSpPr>
        <p:grpSpPr>
          <a:xfrm rot="-5400000">
            <a:off x="1955040" y="924486"/>
            <a:ext cx="5233914" cy="9182489"/>
            <a:chOff x="4386900" y="3055725"/>
            <a:chExt cx="1524900" cy="2390775"/>
          </a:xfrm>
        </p:grpSpPr>
        <p:sp>
          <p:nvSpPr>
            <p:cNvPr id="343" name="Google Shape;343;p22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LANK_1_1_1_1_1_1_1_2_1_1_1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0" name="Google Shape;360;p23"/>
          <p:cNvGrpSpPr/>
          <p:nvPr/>
        </p:nvGrpSpPr>
        <p:grpSpPr>
          <a:xfrm rot="5400000">
            <a:off x="1955040" y="924486"/>
            <a:ext cx="5233914" cy="9182489"/>
            <a:chOff x="4386900" y="3055725"/>
            <a:chExt cx="1524900" cy="2390775"/>
          </a:xfrm>
        </p:grpSpPr>
        <p:sp>
          <p:nvSpPr>
            <p:cNvPr id="361" name="Google Shape;361;p23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LANK_1_1_1_1_1_1_1_1">
    <p:bg>
      <p:bgPr>
        <a:solidFill>
          <a:schemeClr val="accent1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BLANK_1_1_1_1_1_1_1_1_1">
    <p:bg>
      <p:bgPr>
        <a:solidFill>
          <a:schemeClr val="accen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0" name="Google Shape;380;p25"/>
          <p:cNvGrpSpPr/>
          <p:nvPr/>
        </p:nvGrpSpPr>
        <p:grpSpPr>
          <a:xfrm rot="5400000">
            <a:off x="1966017" y="1055514"/>
            <a:ext cx="5211956" cy="9143997"/>
            <a:chOff x="4386900" y="3055725"/>
            <a:chExt cx="1524900" cy="2390775"/>
          </a:xfrm>
        </p:grpSpPr>
        <p:sp>
          <p:nvSpPr>
            <p:cNvPr id="381" name="Google Shape;381;p25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5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5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5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5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5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5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5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5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5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7">
  <p:cSld name="BLANK_1_1_1_1_1_1_1_1_1_1">
    <p:bg>
      <p:bgPr>
        <a:solidFill>
          <a:schemeClr val="accent1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8" name="Google Shape;398;p26"/>
          <p:cNvGrpSpPr/>
          <p:nvPr/>
        </p:nvGrpSpPr>
        <p:grpSpPr>
          <a:xfrm rot="-5400000">
            <a:off x="1966017" y="1055514"/>
            <a:ext cx="5211956" cy="9143997"/>
            <a:chOff x="4386900" y="3055725"/>
            <a:chExt cx="1524900" cy="2390775"/>
          </a:xfrm>
        </p:grpSpPr>
        <p:sp>
          <p:nvSpPr>
            <p:cNvPr id="399" name="Google Shape;399;p26"/>
            <p:cNvSpPr/>
            <p:nvPr/>
          </p:nvSpPr>
          <p:spPr>
            <a:xfrm>
              <a:off x="4386925" y="4568750"/>
              <a:ext cx="106425" cy="65450"/>
            </a:xfrm>
            <a:custGeom>
              <a:avLst/>
              <a:gdLst/>
              <a:ahLst/>
              <a:cxnLst/>
              <a:rect l="l" t="t" r="r" b="b"/>
              <a:pathLst>
                <a:path w="4257" h="2618" extrusionOk="0">
                  <a:moveTo>
                    <a:pt x="1" y="1"/>
                  </a:moveTo>
                  <a:lnTo>
                    <a:pt x="1" y="2618"/>
                  </a:lnTo>
                  <a:cubicBezTo>
                    <a:pt x="2294" y="2373"/>
                    <a:pt x="4257" y="2107"/>
                    <a:pt x="4257" y="2107"/>
                  </a:cubicBezTo>
                  <a:cubicBezTo>
                    <a:pt x="4257" y="2107"/>
                    <a:pt x="2864" y="902"/>
                    <a:pt x="423" y="125"/>
                  </a:cubicBezTo>
                  <a:cubicBezTo>
                    <a:pt x="285" y="81"/>
                    <a:pt x="144" y="3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4386925" y="3990600"/>
              <a:ext cx="1524875" cy="520975"/>
            </a:xfrm>
            <a:custGeom>
              <a:avLst/>
              <a:gdLst/>
              <a:ahLst/>
              <a:cxnLst/>
              <a:rect l="l" t="t" r="r" b="b"/>
              <a:pathLst>
                <a:path w="60995" h="20839" extrusionOk="0">
                  <a:moveTo>
                    <a:pt x="57154" y="0"/>
                  </a:moveTo>
                  <a:cubicBezTo>
                    <a:pt x="56272" y="0"/>
                    <a:pt x="55293" y="42"/>
                    <a:pt x="54136" y="104"/>
                  </a:cubicBezTo>
                  <a:cubicBezTo>
                    <a:pt x="50668" y="292"/>
                    <a:pt x="43171" y="2635"/>
                    <a:pt x="39329" y="3479"/>
                  </a:cubicBezTo>
                  <a:cubicBezTo>
                    <a:pt x="35487" y="4323"/>
                    <a:pt x="34924" y="4978"/>
                    <a:pt x="32206" y="5634"/>
                  </a:cubicBezTo>
                  <a:cubicBezTo>
                    <a:pt x="31220" y="5872"/>
                    <a:pt x="30567" y="5937"/>
                    <a:pt x="29979" y="5937"/>
                  </a:cubicBezTo>
                  <a:cubicBezTo>
                    <a:pt x="29264" y="5937"/>
                    <a:pt x="28644" y="5841"/>
                    <a:pt x="27638" y="5841"/>
                  </a:cubicBezTo>
                  <a:cubicBezTo>
                    <a:pt x="27190" y="5841"/>
                    <a:pt x="26665" y="5860"/>
                    <a:pt x="26021" y="5915"/>
                  </a:cubicBezTo>
                  <a:cubicBezTo>
                    <a:pt x="22742" y="6197"/>
                    <a:pt x="21523" y="6665"/>
                    <a:pt x="18056" y="7602"/>
                  </a:cubicBezTo>
                  <a:cubicBezTo>
                    <a:pt x="14588" y="8540"/>
                    <a:pt x="11402" y="9852"/>
                    <a:pt x="8028" y="10601"/>
                  </a:cubicBezTo>
                  <a:cubicBezTo>
                    <a:pt x="7037" y="10821"/>
                    <a:pt x="6119" y="10904"/>
                    <a:pt x="5252" y="10904"/>
                  </a:cubicBezTo>
                  <a:cubicBezTo>
                    <a:pt x="3325" y="10904"/>
                    <a:pt x="1653" y="10495"/>
                    <a:pt x="1" y="10275"/>
                  </a:cubicBezTo>
                  <a:lnTo>
                    <a:pt x="1" y="16162"/>
                  </a:lnTo>
                  <a:cubicBezTo>
                    <a:pt x="908" y="16212"/>
                    <a:pt x="1720" y="16290"/>
                    <a:pt x="2715" y="16290"/>
                  </a:cubicBezTo>
                  <a:cubicBezTo>
                    <a:pt x="3594" y="16290"/>
                    <a:pt x="4614" y="16230"/>
                    <a:pt x="5967" y="16037"/>
                  </a:cubicBezTo>
                  <a:cubicBezTo>
                    <a:pt x="9902" y="15474"/>
                    <a:pt x="11590" y="14069"/>
                    <a:pt x="13557" y="13038"/>
                  </a:cubicBezTo>
                  <a:cubicBezTo>
                    <a:pt x="15525" y="12006"/>
                    <a:pt x="19087" y="9852"/>
                    <a:pt x="21242" y="9382"/>
                  </a:cubicBezTo>
                  <a:cubicBezTo>
                    <a:pt x="21712" y="9280"/>
                    <a:pt x="22025" y="9236"/>
                    <a:pt x="22223" y="9236"/>
                  </a:cubicBezTo>
                  <a:cubicBezTo>
                    <a:pt x="22934" y="9236"/>
                    <a:pt x="22151" y="9807"/>
                    <a:pt x="21711" y="10320"/>
                  </a:cubicBezTo>
                  <a:cubicBezTo>
                    <a:pt x="21148" y="10976"/>
                    <a:pt x="20586" y="12288"/>
                    <a:pt x="16650" y="14069"/>
                  </a:cubicBezTo>
                  <a:cubicBezTo>
                    <a:pt x="12714" y="15850"/>
                    <a:pt x="10464" y="16974"/>
                    <a:pt x="8403" y="17442"/>
                  </a:cubicBezTo>
                  <a:cubicBezTo>
                    <a:pt x="7041" y="17752"/>
                    <a:pt x="3270" y="18143"/>
                    <a:pt x="1" y="18508"/>
                  </a:cubicBezTo>
                  <a:lnTo>
                    <a:pt x="1" y="20817"/>
                  </a:lnTo>
                  <a:cubicBezTo>
                    <a:pt x="479" y="20831"/>
                    <a:pt x="915" y="20839"/>
                    <a:pt x="1324" y="20839"/>
                  </a:cubicBezTo>
                  <a:cubicBezTo>
                    <a:pt x="3539" y="20839"/>
                    <a:pt x="4969" y="20618"/>
                    <a:pt x="8122" y="20067"/>
                  </a:cubicBezTo>
                  <a:cubicBezTo>
                    <a:pt x="11870" y="19410"/>
                    <a:pt x="14776" y="18004"/>
                    <a:pt x="18805" y="16505"/>
                  </a:cubicBezTo>
                  <a:cubicBezTo>
                    <a:pt x="22835" y="15006"/>
                    <a:pt x="27896" y="11257"/>
                    <a:pt x="30052" y="10132"/>
                  </a:cubicBezTo>
                  <a:cubicBezTo>
                    <a:pt x="32206" y="9008"/>
                    <a:pt x="39329" y="5915"/>
                    <a:pt x="42421" y="4978"/>
                  </a:cubicBezTo>
                  <a:cubicBezTo>
                    <a:pt x="45514" y="4041"/>
                    <a:pt x="48325" y="3385"/>
                    <a:pt x="50763" y="3010"/>
                  </a:cubicBezTo>
                  <a:cubicBezTo>
                    <a:pt x="51296" y="2928"/>
                    <a:pt x="51866" y="2895"/>
                    <a:pt x="52440" y="2895"/>
                  </a:cubicBezTo>
                  <a:cubicBezTo>
                    <a:pt x="54487" y="2895"/>
                    <a:pt x="56591" y="3311"/>
                    <a:pt x="57323" y="3385"/>
                  </a:cubicBezTo>
                  <a:cubicBezTo>
                    <a:pt x="57889" y="3441"/>
                    <a:pt x="59419" y="4082"/>
                    <a:pt x="60995" y="4807"/>
                  </a:cubicBezTo>
                  <a:lnTo>
                    <a:pt x="60995" y="413"/>
                  </a:lnTo>
                  <a:cubicBezTo>
                    <a:pt x="59744" y="109"/>
                    <a:pt x="58575" y="0"/>
                    <a:pt x="57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4386925" y="3055725"/>
              <a:ext cx="1524875" cy="1060350"/>
            </a:xfrm>
            <a:custGeom>
              <a:avLst/>
              <a:gdLst/>
              <a:ahLst/>
              <a:cxnLst/>
              <a:rect l="l" t="t" r="r" b="b"/>
              <a:pathLst>
                <a:path w="60995" h="42414" extrusionOk="0">
                  <a:moveTo>
                    <a:pt x="60439" y="0"/>
                  </a:moveTo>
                  <a:cubicBezTo>
                    <a:pt x="54629" y="2876"/>
                    <a:pt x="50423" y="6033"/>
                    <a:pt x="46568" y="8603"/>
                  </a:cubicBezTo>
                  <a:cubicBezTo>
                    <a:pt x="41871" y="11733"/>
                    <a:pt x="37698" y="19037"/>
                    <a:pt x="33698" y="22168"/>
                  </a:cubicBezTo>
                  <a:cubicBezTo>
                    <a:pt x="29698" y="25297"/>
                    <a:pt x="25524" y="28950"/>
                    <a:pt x="20655" y="32254"/>
                  </a:cubicBezTo>
                  <a:cubicBezTo>
                    <a:pt x="15785" y="35558"/>
                    <a:pt x="15438" y="36254"/>
                    <a:pt x="10569" y="37645"/>
                  </a:cubicBezTo>
                  <a:cubicBezTo>
                    <a:pt x="9554" y="37935"/>
                    <a:pt x="8327" y="38179"/>
                    <a:pt x="6981" y="38379"/>
                  </a:cubicBezTo>
                  <a:cubicBezTo>
                    <a:pt x="6981" y="38379"/>
                    <a:pt x="6054" y="38436"/>
                    <a:pt x="4632" y="38674"/>
                  </a:cubicBezTo>
                  <a:cubicBezTo>
                    <a:pt x="3130" y="38832"/>
                    <a:pt x="1555" y="38944"/>
                    <a:pt x="1" y="39012"/>
                  </a:cubicBezTo>
                  <a:lnTo>
                    <a:pt x="1" y="42331"/>
                  </a:lnTo>
                  <a:cubicBezTo>
                    <a:pt x="640" y="42384"/>
                    <a:pt x="1321" y="42413"/>
                    <a:pt x="2052" y="42413"/>
                  </a:cubicBezTo>
                  <a:cubicBezTo>
                    <a:pt x="2704" y="42413"/>
                    <a:pt x="3397" y="42390"/>
                    <a:pt x="4134" y="42341"/>
                  </a:cubicBezTo>
                  <a:cubicBezTo>
                    <a:pt x="11960" y="41820"/>
                    <a:pt x="13351" y="40428"/>
                    <a:pt x="21002" y="37819"/>
                  </a:cubicBezTo>
                  <a:cubicBezTo>
                    <a:pt x="28654" y="35210"/>
                    <a:pt x="35958" y="31559"/>
                    <a:pt x="39437" y="29646"/>
                  </a:cubicBezTo>
                  <a:cubicBezTo>
                    <a:pt x="42915" y="27732"/>
                    <a:pt x="51436" y="27037"/>
                    <a:pt x="54219" y="27037"/>
                  </a:cubicBezTo>
                  <a:cubicBezTo>
                    <a:pt x="56729" y="27037"/>
                    <a:pt x="57541" y="27603"/>
                    <a:pt x="60995" y="28990"/>
                  </a:cubicBezTo>
                  <a:lnTo>
                    <a:pt x="60995" y="23972"/>
                  </a:lnTo>
                  <a:cubicBezTo>
                    <a:pt x="59278" y="22845"/>
                    <a:pt x="57786" y="21999"/>
                    <a:pt x="55785" y="21472"/>
                  </a:cubicBezTo>
                  <a:cubicBezTo>
                    <a:pt x="54132" y="21037"/>
                    <a:pt x="52654" y="20950"/>
                    <a:pt x="51263" y="20950"/>
                  </a:cubicBezTo>
                  <a:cubicBezTo>
                    <a:pt x="50334" y="20950"/>
                    <a:pt x="49445" y="20989"/>
                    <a:pt x="48568" y="20989"/>
                  </a:cubicBezTo>
                  <a:cubicBezTo>
                    <a:pt x="48131" y="20989"/>
                    <a:pt x="47697" y="20979"/>
                    <a:pt x="47263" y="20950"/>
                  </a:cubicBezTo>
                  <a:cubicBezTo>
                    <a:pt x="44653" y="20777"/>
                    <a:pt x="44828" y="19907"/>
                    <a:pt x="45697" y="17993"/>
                  </a:cubicBezTo>
                  <a:cubicBezTo>
                    <a:pt x="46568" y="16080"/>
                    <a:pt x="48132" y="15038"/>
                    <a:pt x="51785" y="12603"/>
                  </a:cubicBezTo>
                  <a:cubicBezTo>
                    <a:pt x="55436" y="10168"/>
                    <a:pt x="57696" y="8603"/>
                    <a:pt x="59784" y="6516"/>
                  </a:cubicBezTo>
                  <a:cubicBezTo>
                    <a:pt x="60104" y="6196"/>
                    <a:pt x="60514" y="5847"/>
                    <a:pt x="60995" y="5482"/>
                  </a:cubicBezTo>
                  <a:lnTo>
                    <a:pt x="609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4386925" y="3152925"/>
              <a:ext cx="689575" cy="251075"/>
            </a:xfrm>
            <a:custGeom>
              <a:avLst/>
              <a:gdLst/>
              <a:ahLst/>
              <a:cxnLst/>
              <a:rect l="l" t="t" r="r" b="b"/>
              <a:pathLst>
                <a:path w="27583" h="10043" extrusionOk="0">
                  <a:moveTo>
                    <a:pt x="27364" y="1"/>
                  </a:moveTo>
                  <a:cubicBezTo>
                    <a:pt x="27245" y="1"/>
                    <a:pt x="27039" y="32"/>
                    <a:pt x="26805" y="32"/>
                  </a:cubicBezTo>
                  <a:cubicBezTo>
                    <a:pt x="26728" y="32"/>
                    <a:pt x="26649" y="28"/>
                    <a:pt x="26568" y="20"/>
                  </a:cubicBezTo>
                  <a:cubicBezTo>
                    <a:pt x="26553" y="18"/>
                    <a:pt x="26537" y="17"/>
                    <a:pt x="26520" y="17"/>
                  </a:cubicBezTo>
                  <a:cubicBezTo>
                    <a:pt x="25621" y="17"/>
                    <a:pt x="21413" y="2205"/>
                    <a:pt x="20133" y="2802"/>
                  </a:cubicBezTo>
                  <a:cubicBezTo>
                    <a:pt x="18829" y="3411"/>
                    <a:pt x="15872" y="4454"/>
                    <a:pt x="14220" y="5149"/>
                  </a:cubicBezTo>
                  <a:cubicBezTo>
                    <a:pt x="13660" y="5385"/>
                    <a:pt x="13170" y="5481"/>
                    <a:pt x="12672" y="5481"/>
                  </a:cubicBezTo>
                  <a:cubicBezTo>
                    <a:pt x="11700" y="5481"/>
                    <a:pt x="10699" y="5117"/>
                    <a:pt x="9090" y="4715"/>
                  </a:cubicBezTo>
                  <a:cubicBezTo>
                    <a:pt x="6655" y="4105"/>
                    <a:pt x="5872" y="3497"/>
                    <a:pt x="3525" y="2975"/>
                  </a:cubicBezTo>
                  <a:cubicBezTo>
                    <a:pt x="2464" y="2740"/>
                    <a:pt x="1865" y="2646"/>
                    <a:pt x="1335" y="2646"/>
                  </a:cubicBezTo>
                  <a:cubicBezTo>
                    <a:pt x="913" y="2646"/>
                    <a:pt x="534" y="2706"/>
                    <a:pt x="1" y="2801"/>
                  </a:cubicBezTo>
                  <a:lnTo>
                    <a:pt x="1" y="10043"/>
                  </a:lnTo>
                  <a:cubicBezTo>
                    <a:pt x="469" y="10033"/>
                    <a:pt x="1075" y="10000"/>
                    <a:pt x="1960" y="9932"/>
                  </a:cubicBezTo>
                  <a:cubicBezTo>
                    <a:pt x="5350" y="9671"/>
                    <a:pt x="5872" y="8715"/>
                    <a:pt x="7699" y="8280"/>
                  </a:cubicBezTo>
                  <a:cubicBezTo>
                    <a:pt x="9525" y="7845"/>
                    <a:pt x="12394" y="7236"/>
                    <a:pt x="15525" y="6802"/>
                  </a:cubicBezTo>
                  <a:cubicBezTo>
                    <a:pt x="18654" y="6367"/>
                    <a:pt x="18220" y="5758"/>
                    <a:pt x="20916" y="4193"/>
                  </a:cubicBezTo>
                  <a:cubicBezTo>
                    <a:pt x="23612" y="2628"/>
                    <a:pt x="25438" y="1759"/>
                    <a:pt x="26741" y="715"/>
                  </a:cubicBezTo>
                  <a:cubicBezTo>
                    <a:pt x="27501" y="107"/>
                    <a:pt x="27583" y="1"/>
                    <a:pt x="27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4386925" y="3055725"/>
              <a:ext cx="715825" cy="100175"/>
            </a:xfrm>
            <a:custGeom>
              <a:avLst/>
              <a:gdLst/>
              <a:ahLst/>
              <a:cxnLst/>
              <a:rect l="l" t="t" r="r" b="b"/>
              <a:pathLst>
                <a:path w="28633" h="4007" extrusionOk="0">
                  <a:moveTo>
                    <a:pt x="1" y="0"/>
                  </a:moveTo>
                  <a:lnTo>
                    <a:pt x="1" y="2510"/>
                  </a:lnTo>
                  <a:cubicBezTo>
                    <a:pt x="299" y="2616"/>
                    <a:pt x="728" y="2703"/>
                    <a:pt x="1496" y="2703"/>
                  </a:cubicBezTo>
                  <a:cubicBezTo>
                    <a:pt x="1663" y="2703"/>
                    <a:pt x="1846" y="2699"/>
                    <a:pt x="2046" y="2690"/>
                  </a:cubicBezTo>
                  <a:cubicBezTo>
                    <a:pt x="2504" y="2670"/>
                    <a:pt x="2926" y="2660"/>
                    <a:pt x="3320" y="2660"/>
                  </a:cubicBezTo>
                  <a:cubicBezTo>
                    <a:pt x="6294" y="2660"/>
                    <a:pt x="7737" y="3206"/>
                    <a:pt x="11960" y="3820"/>
                  </a:cubicBezTo>
                  <a:cubicBezTo>
                    <a:pt x="12846" y="3949"/>
                    <a:pt x="13576" y="4006"/>
                    <a:pt x="14214" y="4006"/>
                  </a:cubicBezTo>
                  <a:cubicBezTo>
                    <a:pt x="17020" y="4006"/>
                    <a:pt x="18033" y="2899"/>
                    <a:pt x="22568" y="1907"/>
                  </a:cubicBezTo>
                  <a:cubicBezTo>
                    <a:pt x="25639" y="1236"/>
                    <a:pt x="27280" y="590"/>
                    <a:pt x="28633" y="0"/>
                  </a:cubicBezTo>
                  <a:lnTo>
                    <a:pt x="15194" y="0"/>
                  </a:lnTo>
                  <a:cubicBezTo>
                    <a:pt x="14883" y="26"/>
                    <a:pt x="14547" y="39"/>
                    <a:pt x="14178" y="39"/>
                  </a:cubicBezTo>
                  <a:cubicBezTo>
                    <a:pt x="14178" y="39"/>
                    <a:pt x="13636" y="22"/>
                    <a:pt x="12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4386925" y="3055725"/>
              <a:ext cx="1179675" cy="873275"/>
            </a:xfrm>
            <a:custGeom>
              <a:avLst/>
              <a:gdLst/>
              <a:ahLst/>
              <a:cxnLst/>
              <a:rect l="l" t="t" r="r" b="b"/>
              <a:pathLst>
                <a:path w="47187" h="34931" extrusionOk="0">
                  <a:moveTo>
                    <a:pt x="41717" y="0"/>
                  </a:moveTo>
                  <a:cubicBezTo>
                    <a:pt x="40563" y="510"/>
                    <a:pt x="38954" y="1148"/>
                    <a:pt x="36915" y="2255"/>
                  </a:cubicBezTo>
                  <a:cubicBezTo>
                    <a:pt x="33872" y="3908"/>
                    <a:pt x="33872" y="4689"/>
                    <a:pt x="31785" y="6690"/>
                  </a:cubicBezTo>
                  <a:cubicBezTo>
                    <a:pt x="29698" y="8689"/>
                    <a:pt x="27959" y="12603"/>
                    <a:pt x="25438" y="15299"/>
                  </a:cubicBezTo>
                  <a:cubicBezTo>
                    <a:pt x="22915" y="17993"/>
                    <a:pt x="23785" y="18167"/>
                    <a:pt x="21872" y="20516"/>
                  </a:cubicBezTo>
                  <a:cubicBezTo>
                    <a:pt x="19959" y="22864"/>
                    <a:pt x="17785" y="23733"/>
                    <a:pt x="15089" y="24863"/>
                  </a:cubicBezTo>
                  <a:cubicBezTo>
                    <a:pt x="12394" y="25993"/>
                    <a:pt x="8568" y="27124"/>
                    <a:pt x="4395" y="27559"/>
                  </a:cubicBezTo>
                  <a:cubicBezTo>
                    <a:pt x="1971" y="27811"/>
                    <a:pt x="955" y="27975"/>
                    <a:pt x="1" y="28069"/>
                  </a:cubicBezTo>
                  <a:lnTo>
                    <a:pt x="1" y="34931"/>
                  </a:lnTo>
                  <a:cubicBezTo>
                    <a:pt x="1461" y="34771"/>
                    <a:pt x="3160" y="34446"/>
                    <a:pt x="6412" y="33904"/>
                  </a:cubicBezTo>
                  <a:cubicBezTo>
                    <a:pt x="12884" y="32826"/>
                    <a:pt x="12884" y="32287"/>
                    <a:pt x="15903" y="30345"/>
                  </a:cubicBezTo>
                  <a:cubicBezTo>
                    <a:pt x="18923" y="28404"/>
                    <a:pt x="23345" y="25816"/>
                    <a:pt x="25717" y="23659"/>
                  </a:cubicBezTo>
                  <a:cubicBezTo>
                    <a:pt x="28090" y="21502"/>
                    <a:pt x="31325" y="19669"/>
                    <a:pt x="32620" y="16865"/>
                  </a:cubicBezTo>
                  <a:cubicBezTo>
                    <a:pt x="33914" y="14060"/>
                    <a:pt x="33482" y="12981"/>
                    <a:pt x="36610" y="9530"/>
                  </a:cubicBezTo>
                  <a:cubicBezTo>
                    <a:pt x="39737" y="6079"/>
                    <a:pt x="41786" y="5647"/>
                    <a:pt x="44483" y="2843"/>
                  </a:cubicBezTo>
                  <a:cubicBezTo>
                    <a:pt x="45936" y="1332"/>
                    <a:pt x="46387" y="603"/>
                    <a:pt x="47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4386900" y="3395650"/>
              <a:ext cx="467825" cy="232375"/>
            </a:xfrm>
            <a:custGeom>
              <a:avLst/>
              <a:gdLst/>
              <a:ahLst/>
              <a:cxnLst/>
              <a:rect l="l" t="t" r="r" b="b"/>
              <a:pathLst>
                <a:path w="18713" h="9295" extrusionOk="0">
                  <a:moveTo>
                    <a:pt x="18505" y="0"/>
                  </a:moveTo>
                  <a:cubicBezTo>
                    <a:pt x="18050" y="0"/>
                    <a:pt x="16641" y="754"/>
                    <a:pt x="15004" y="1006"/>
                  </a:cubicBezTo>
                  <a:cubicBezTo>
                    <a:pt x="12743" y="1353"/>
                    <a:pt x="11439" y="1875"/>
                    <a:pt x="9004" y="2397"/>
                  </a:cubicBezTo>
                  <a:cubicBezTo>
                    <a:pt x="7065" y="2812"/>
                    <a:pt x="3526" y="3393"/>
                    <a:pt x="145" y="3393"/>
                  </a:cubicBezTo>
                  <a:cubicBezTo>
                    <a:pt x="97" y="3393"/>
                    <a:pt x="49" y="3393"/>
                    <a:pt x="1" y="3393"/>
                  </a:cubicBezTo>
                  <a:lnTo>
                    <a:pt x="1" y="9294"/>
                  </a:lnTo>
                  <a:cubicBezTo>
                    <a:pt x="1278" y="9105"/>
                    <a:pt x="2501" y="8718"/>
                    <a:pt x="4482" y="8396"/>
                  </a:cubicBezTo>
                  <a:cubicBezTo>
                    <a:pt x="7700" y="7875"/>
                    <a:pt x="8743" y="7353"/>
                    <a:pt x="12395" y="6310"/>
                  </a:cubicBezTo>
                  <a:cubicBezTo>
                    <a:pt x="16047" y="5266"/>
                    <a:pt x="15265" y="4223"/>
                    <a:pt x="16830" y="2483"/>
                  </a:cubicBezTo>
                  <a:cubicBezTo>
                    <a:pt x="18394" y="745"/>
                    <a:pt x="18047" y="1441"/>
                    <a:pt x="18569" y="397"/>
                  </a:cubicBezTo>
                  <a:cubicBezTo>
                    <a:pt x="18713" y="109"/>
                    <a:pt x="18678" y="0"/>
                    <a:pt x="18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5658750" y="3324875"/>
              <a:ext cx="253050" cy="213500"/>
            </a:xfrm>
            <a:custGeom>
              <a:avLst/>
              <a:gdLst/>
              <a:ahLst/>
              <a:cxnLst/>
              <a:rect l="l" t="t" r="r" b="b"/>
              <a:pathLst>
                <a:path w="10122" h="8540" extrusionOk="0">
                  <a:moveTo>
                    <a:pt x="10122" y="0"/>
                  </a:moveTo>
                  <a:cubicBezTo>
                    <a:pt x="9194" y="488"/>
                    <a:pt x="8545" y="819"/>
                    <a:pt x="7226" y="1999"/>
                  </a:cubicBezTo>
                  <a:cubicBezTo>
                    <a:pt x="5177" y="3833"/>
                    <a:pt x="1294" y="5666"/>
                    <a:pt x="647" y="6313"/>
                  </a:cubicBezTo>
                  <a:cubicBezTo>
                    <a:pt x="0" y="6960"/>
                    <a:pt x="431" y="6746"/>
                    <a:pt x="3990" y="7499"/>
                  </a:cubicBezTo>
                  <a:cubicBezTo>
                    <a:pt x="5846" y="7894"/>
                    <a:pt x="8083" y="8200"/>
                    <a:pt x="10122" y="8540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4386925" y="4904925"/>
              <a:ext cx="1174475" cy="244400"/>
            </a:xfrm>
            <a:custGeom>
              <a:avLst/>
              <a:gdLst/>
              <a:ahLst/>
              <a:cxnLst/>
              <a:rect l="l" t="t" r="r" b="b"/>
              <a:pathLst>
                <a:path w="46979" h="9776" extrusionOk="0">
                  <a:moveTo>
                    <a:pt x="33582" y="0"/>
                  </a:moveTo>
                  <a:cubicBezTo>
                    <a:pt x="32001" y="0"/>
                    <a:pt x="30301" y="198"/>
                    <a:pt x="27612" y="198"/>
                  </a:cubicBezTo>
                  <a:cubicBezTo>
                    <a:pt x="22568" y="198"/>
                    <a:pt x="19786" y="2111"/>
                    <a:pt x="12307" y="3850"/>
                  </a:cubicBezTo>
                  <a:cubicBezTo>
                    <a:pt x="6141" y="5284"/>
                    <a:pt x="3403" y="5418"/>
                    <a:pt x="1" y="5713"/>
                  </a:cubicBezTo>
                  <a:lnTo>
                    <a:pt x="1" y="9019"/>
                  </a:lnTo>
                  <a:cubicBezTo>
                    <a:pt x="2009" y="9180"/>
                    <a:pt x="3491" y="9776"/>
                    <a:pt x="6363" y="9776"/>
                  </a:cubicBezTo>
                  <a:cubicBezTo>
                    <a:pt x="6596" y="9776"/>
                    <a:pt x="6838" y="9772"/>
                    <a:pt x="7090" y="9763"/>
                  </a:cubicBezTo>
                  <a:cubicBezTo>
                    <a:pt x="12307" y="9588"/>
                    <a:pt x="14569" y="8024"/>
                    <a:pt x="18568" y="6633"/>
                  </a:cubicBezTo>
                  <a:cubicBezTo>
                    <a:pt x="22568" y="5242"/>
                    <a:pt x="25177" y="4893"/>
                    <a:pt x="29872" y="3676"/>
                  </a:cubicBezTo>
                  <a:cubicBezTo>
                    <a:pt x="31467" y="3262"/>
                    <a:pt x="32821" y="3089"/>
                    <a:pt x="34064" y="3089"/>
                  </a:cubicBezTo>
                  <a:cubicBezTo>
                    <a:pt x="36480" y="3089"/>
                    <a:pt x="38475" y="3742"/>
                    <a:pt x="41002" y="4546"/>
                  </a:cubicBezTo>
                  <a:cubicBezTo>
                    <a:pt x="44828" y="5763"/>
                    <a:pt x="44654" y="5763"/>
                    <a:pt x="44654" y="5763"/>
                  </a:cubicBezTo>
                  <a:cubicBezTo>
                    <a:pt x="45509" y="5841"/>
                    <a:pt x="46190" y="5919"/>
                    <a:pt x="46542" y="5919"/>
                  </a:cubicBezTo>
                  <a:cubicBezTo>
                    <a:pt x="46978" y="5919"/>
                    <a:pt x="46911" y="5800"/>
                    <a:pt x="46046" y="5415"/>
                  </a:cubicBezTo>
                  <a:cubicBezTo>
                    <a:pt x="44480" y="4720"/>
                    <a:pt x="41871" y="1937"/>
                    <a:pt x="38045" y="720"/>
                  </a:cubicBezTo>
                  <a:cubicBezTo>
                    <a:pt x="36260" y="152"/>
                    <a:pt x="34967" y="0"/>
                    <a:pt x="33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4386900" y="4293700"/>
              <a:ext cx="1524900" cy="488875"/>
            </a:xfrm>
            <a:custGeom>
              <a:avLst/>
              <a:gdLst/>
              <a:ahLst/>
              <a:cxnLst/>
              <a:rect l="l" t="t" r="r" b="b"/>
              <a:pathLst>
                <a:path w="60996" h="19555" extrusionOk="0">
                  <a:moveTo>
                    <a:pt x="48102" y="0"/>
                  </a:moveTo>
                  <a:cubicBezTo>
                    <a:pt x="45349" y="0"/>
                    <a:pt x="42570" y="304"/>
                    <a:pt x="39890" y="1030"/>
                  </a:cubicBezTo>
                  <a:cubicBezTo>
                    <a:pt x="30459" y="3581"/>
                    <a:pt x="8380" y="14566"/>
                    <a:pt x="3387" y="16341"/>
                  </a:cubicBezTo>
                  <a:cubicBezTo>
                    <a:pt x="3083" y="16449"/>
                    <a:pt x="2769" y="16551"/>
                    <a:pt x="2448" y="16647"/>
                  </a:cubicBezTo>
                  <a:cubicBezTo>
                    <a:pt x="1666" y="16880"/>
                    <a:pt x="839" y="17081"/>
                    <a:pt x="1" y="17251"/>
                  </a:cubicBezTo>
                  <a:lnTo>
                    <a:pt x="1" y="19555"/>
                  </a:lnTo>
                  <a:cubicBezTo>
                    <a:pt x="3316" y="19085"/>
                    <a:pt x="7796" y="18160"/>
                    <a:pt x="9816" y="17632"/>
                  </a:cubicBezTo>
                  <a:cubicBezTo>
                    <a:pt x="10465" y="17463"/>
                    <a:pt x="11597" y="17107"/>
                    <a:pt x="13010" y="16647"/>
                  </a:cubicBezTo>
                  <a:cubicBezTo>
                    <a:pt x="17392" y="15217"/>
                    <a:pt x="24478" y="12771"/>
                    <a:pt x="28250" y="11720"/>
                  </a:cubicBezTo>
                  <a:cubicBezTo>
                    <a:pt x="32456" y="10546"/>
                    <a:pt x="35919" y="9785"/>
                    <a:pt x="41284" y="9785"/>
                  </a:cubicBezTo>
                  <a:cubicBezTo>
                    <a:pt x="42279" y="9785"/>
                    <a:pt x="43339" y="9811"/>
                    <a:pt x="44481" y="9865"/>
                  </a:cubicBezTo>
                  <a:cubicBezTo>
                    <a:pt x="51786" y="10213"/>
                    <a:pt x="56074" y="13922"/>
                    <a:pt x="59090" y="15662"/>
                  </a:cubicBezTo>
                  <a:cubicBezTo>
                    <a:pt x="59629" y="15972"/>
                    <a:pt x="60135" y="16303"/>
                    <a:pt x="60625" y="16647"/>
                  </a:cubicBezTo>
                  <a:cubicBezTo>
                    <a:pt x="60749" y="16735"/>
                    <a:pt x="60873" y="16822"/>
                    <a:pt x="60996" y="16912"/>
                  </a:cubicBezTo>
                  <a:lnTo>
                    <a:pt x="60996" y="13556"/>
                  </a:lnTo>
                  <a:cubicBezTo>
                    <a:pt x="58932" y="12129"/>
                    <a:pt x="56019" y="10080"/>
                    <a:pt x="54757" y="9240"/>
                  </a:cubicBezTo>
                  <a:cubicBezTo>
                    <a:pt x="53093" y="8131"/>
                    <a:pt x="46991" y="5579"/>
                    <a:pt x="45771" y="4691"/>
                  </a:cubicBezTo>
                  <a:cubicBezTo>
                    <a:pt x="44667" y="3888"/>
                    <a:pt x="45196" y="2995"/>
                    <a:pt x="46539" y="2995"/>
                  </a:cubicBezTo>
                  <a:cubicBezTo>
                    <a:pt x="46681" y="2995"/>
                    <a:pt x="46832" y="3005"/>
                    <a:pt x="46991" y="3026"/>
                  </a:cubicBezTo>
                  <a:cubicBezTo>
                    <a:pt x="48655" y="3249"/>
                    <a:pt x="51873" y="4580"/>
                    <a:pt x="54535" y="5912"/>
                  </a:cubicBezTo>
                  <a:cubicBezTo>
                    <a:pt x="55623" y="6456"/>
                    <a:pt x="58171" y="7330"/>
                    <a:pt x="60996" y="8270"/>
                  </a:cubicBezTo>
                  <a:lnTo>
                    <a:pt x="60996" y="1970"/>
                  </a:lnTo>
                  <a:cubicBezTo>
                    <a:pt x="57148" y="834"/>
                    <a:pt x="52661" y="0"/>
                    <a:pt x="4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4386925" y="4627275"/>
              <a:ext cx="1524875" cy="343600"/>
            </a:xfrm>
            <a:custGeom>
              <a:avLst/>
              <a:gdLst/>
              <a:ahLst/>
              <a:cxnLst/>
              <a:rect l="l" t="t" r="r" b="b"/>
              <a:pathLst>
                <a:path w="60995" h="13744" extrusionOk="0">
                  <a:moveTo>
                    <a:pt x="41582" y="0"/>
                  </a:moveTo>
                  <a:cubicBezTo>
                    <a:pt x="38567" y="0"/>
                    <a:pt x="35206" y="1276"/>
                    <a:pt x="30916" y="2435"/>
                  </a:cubicBezTo>
                  <a:cubicBezTo>
                    <a:pt x="30109" y="2653"/>
                    <a:pt x="29080" y="2952"/>
                    <a:pt x="27922" y="3304"/>
                  </a:cubicBezTo>
                  <a:cubicBezTo>
                    <a:pt x="22924" y="4820"/>
                    <a:pt x="15508" y="7291"/>
                    <a:pt x="13061" y="8232"/>
                  </a:cubicBezTo>
                  <a:cubicBezTo>
                    <a:pt x="11553" y="8811"/>
                    <a:pt x="10220" y="9014"/>
                    <a:pt x="8668" y="9014"/>
                  </a:cubicBezTo>
                  <a:cubicBezTo>
                    <a:pt x="7118" y="9014"/>
                    <a:pt x="5351" y="8812"/>
                    <a:pt x="2975" y="8580"/>
                  </a:cubicBezTo>
                  <a:cubicBezTo>
                    <a:pt x="2046" y="8489"/>
                    <a:pt x="1260" y="8447"/>
                    <a:pt x="584" y="8447"/>
                  </a:cubicBezTo>
                  <a:cubicBezTo>
                    <a:pt x="380" y="8447"/>
                    <a:pt x="186" y="8451"/>
                    <a:pt x="1" y="8458"/>
                  </a:cubicBezTo>
                  <a:lnTo>
                    <a:pt x="1" y="11592"/>
                  </a:lnTo>
                  <a:cubicBezTo>
                    <a:pt x="2346" y="11559"/>
                    <a:pt x="4745" y="11113"/>
                    <a:pt x="8539" y="10667"/>
                  </a:cubicBezTo>
                  <a:cubicBezTo>
                    <a:pt x="12482" y="10203"/>
                    <a:pt x="16887" y="9623"/>
                    <a:pt x="19669" y="8927"/>
                  </a:cubicBezTo>
                  <a:cubicBezTo>
                    <a:pt x="22451" y="8232"/>
                    <a:pt x="28017" y="7419"/>
                    <a:pt x="32190" y="7072"/>
                  </a:cubicBezTo>
                  <a:cubicBezTo>
                    <a:pt x="33234" y="6985"/>
                    <a:pt x="34198" y="6942"/>
                    <a:pt x="35094" y="6942"/>
                  </a:cubicBezTo>
                  <a:cubicBezTo>
                    <a:pt x="37778" y="6942"/>
                    <a:pt x="39843" y="7333"/>
                    <a:pt x="41582" y="8116"/>
                  </a:cubicBezTo>
                  <a:cubicBezTo>
                    <a:pt x="43901" y="9159"/>
                    <a:pt x="45292" y="11362"/>
                    <a:pt x="46336" y="11826"/>
                  </a:cubicBezTo>
                  <a:cubicBezTo>
                    <a:pt x="47378" y="12290"/>
                    <a:pt x="49582" y="13449"/>
                    <a:pt x="52364" y="13681"/>
                  </a:cubicBezTo>
                  <a:cubicBezTo>
                    <a:pt x="52885" y="13724"/>
                    <a:pt x="53494" y="13743"/>
                    <a:pt x="54157" y="13743"/>
                  </a:cubicBezTo>
                  <a:cubicBezTo>
                    <a:pt x="56294" y="13743"/>
                    <a:pt x="58980" y="13545"/>
                    <a:pt x="60995" y="13327"/>
                  </a:cubicBezTo>
                  <a:lnTo>
                    <a:pt x="60995" y="11488"/>
                  </a:lnTo>
                  <a:cubicBezTo>
                    <a:pt x="60530" y="11456"/>
                    <a:pt x="60003" y="11390"/>
                    <a:pt x="59321" y="11246"/>
                  </a:cubicBezTo>
                  <a:cubicBezTo>
                    <a:pt x="57117" y="10782"/>
                    <a:pt x="53176" y="10782"/>
                    <a:pt x="51089" y="10667"/>
                  </a:cubicBezTo>
                  <a:cubicBezTo>
                    <a:pt x="49001" y="10550"/>
                    <a:pt x="48191" y="9159"/>
                    <a:pt x="47263" y="8347"/>
                  </a:cubicBezTo>
                  <a:cubicBezTo>
                    <a:pt x="46336" y="7536"/>
                    <a:pt x="43784" y="5681"/>
                    <a:pt x="42857" y="5217"/>
                  </a:cubicBezTo>
                  <a:cubicBezTo>
                    <a:pt x="42238" y="4908"/>
                    <a:pt x="42342" y="4805"/>
                    <a:pt x="43031" y="4805"/>
                  </a:cubicBezTo>
                  <a:cubicBezTo>
                    <a:pt x="43374" y="4805"/>
                    <a:pt x="43863" y="4831"/>
                    <a:pt x="44481" y="4869"/>
                  </a:cubicBezTo>
                  <a:cubicBezTo>
                    <a:pt x="46336" y="4986"/>
                    <a:pt x="46915" y="5681"/>
                    <a:pt x="49233" y="6840"/>
                  </a:cubicBezTo>
                  <a:cubicBezTo>
                    <a:pt x="51552" y="8000"/>
                    <a:pt x="56073" y="9044"/>
                    <a:pt x="57698" y="9044"/>
                  </a:cubicBezTo>
                  <a:cubicBezTo>
                    <a:pt x="57989" y="9044"/>
                    <a:pt x="58322" y="9047"/>
                    <a:pt x="58672" y="9047"/>
                  </a:cubicBezTo>
                  <a:cubicBezTo>
                    <a:pt x="59458" y="9047"/>
                    <a:pt x="60327" y="9029"/>
                    <a:pt x="60995" y="8908"/>
                  </a:cubicBezTo>
                  <a:lnTo>
                    <a:pt x="60995" y="7467"/>
                  </a:lnTo>
                  <a:cubicBezTo>
                    <a:pt x="60158" y="7394"/>
                    <a:pt x="58840" y="7400"/>
                    <a:pt x="57002" y="6957"/>
                  </a:cubicBezTo>
                  <a:cubicBezTo>
                    <a:pt x="54217" y="6284"/>
                    <a:pt x="51831" y="4738"/>
                    <a:pt x="49776" y="3304"/>
                  </a:cubicBezTo>
                  <a:cubicBezTo>
                    <a:pt x="49350" y="3007"/>
                    <a:pt x="48937" y="2713"/>
                    <a:pt x="48538" y="2435"/>
                  </a:cubicBezTo>
                  <a:cubicBezTo>
                    <a:pt x="46219" y="812"/>
                    <a:pt x="44596" y="0"/>
                    <a:pt x="4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5548300" y="5222775"/>
              <a:ext cx="363500" cy="223725"/>
            </a:xfrm>
            <a:custGeom>
              <a:avLst/>
              <a:gdLst/>
              <a:ahLst/>
              <a:cxnLst/>
              <a:rect l="l" t="t" r="r" b="b"/>
              <a:pathLst>
                <a:path w="14540" h="8949" extrusionOk="0">
                  <a:moveTo>
                    <a:pt x="14540" y="0"/>
                  </a:moveTo>
                  <a:cubicBezTo>
                    <a:pt x="8440" y="2947"/>
                    <a:pt x="4089" y="6223"/>
                    <a:pt x="111" y="8875"/>
                  </a:cubicBezTo>
                  <a:cubicBezTo>
                    <a:pt x="75" y="8899"/>
                    <a:pt x="39" y="8925"/>
                    <a:pt x="1" y="8949"/>
                  </a:cubicBezTo>
                  <a:lnTo>
                    <a:pt x="10893" y="8949"/>
                  </a:lnTo>
                  <a:cubicBezTo>
                    <a:pt x="11769" y="8253"/>
                    <a:pt x="12561" y="7555"/>
                    <a:pt x="13329" y="6787"/>
                  </a:cubicBezTo>
                  <a:cubicBezTo>
                    <a:pt x="13649" y="6468"/>
                    <a:pt x="14059" y="6119"/>
                    <a:pt x="14540" y="5754"/>
                  </a:cubicBezTo>
                  <a:lnTo>
                    <a:pt x="14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4764600" y="5326775"/>
              <a:ext cx="311900" cy="119725"/>
            </a:xfrm>
            <a:custGeom>
              <a:avLst/>
              <a:gdLst/>
              <a:ahLst/>
              <a:cxnLst/>
              <a:rect l="l" t="t" r="r" b="b"/>
              <a:pathLst>
                <a:path w="12476" h="4789" extrusionOk="0">
                  <a:moveTo>
                    <a:pt x="12256" y="0"/>
                  </a:moveTo>
                  <a:cubicBezTo>
                    <a:pt x="12139" y="0"/>
                    <a:pt x="11934" y="31"/>
                    <a:pt x="11702" y="31"/>
                  </a:cubicBezTo>
                  <a:cubicBezTo>
                    <a:pt x="11624" y="31"/>
                    <a:pt x="11543" y="28"/>
                    <a:pt x="11461" y="18"/>
                  </a:cubicBezTo>
                  <a:cubicBezTo>
                    <a:pt x="11446" y="17"/>
                    <a:pt x="11430" y="16"/>
                    <a:pt x="11413" y="16"/>
                  </a:cubicBezTo>
                  <a:cubicBezTo>
                    <a:pt x="10517" y="16"/>
                    <a:pt x="6307" y="2204"/>
                    <a:pt x="5026" y="2802"/>
                  </a:cubicBezTo>
                  <a:cubicBezTo>
                    <a:pt x="3932" y="3312"/>
                    <a:pt x="1674" y="4129"/>
                    <a:pt x="0" y="4789"/>
                  </a:cubicBezTo>
                  <a:lnTo>
                    <a:pt x="4852" y="4789"/>
                  </a:lnTo>
                  <a:cubicBezTo>
                    <a:pt x="5123" y="4607"/>
                    <a:pt x="5436" y="4409"/>
                    <a:pt x="5809" y="4193"/>
                  </a:cubicBezTo>
                  <a:cubicBezTo>
                    <a:pt x="8504" y="2627"/>
                    <a:pt x="10331" y="1758"/>
                    <a:pt x="11634" y="714"/>
                  </a:cubicBezTo>
                  <a:cubicBezTo>
                    <a:pt x="12394" y="106"/>
                    <a:pt x="12476" y="0"/>
                    <a:pt x="12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4386925" y="5392925"/>
              <a:ext cx="234625" cy="53575"/>
            </a:xfrm>
            <a:custGeom>
              <a:avLst/>
              <a:gdLst/>
              <a:ahLst/>
              <a:cxnLst/>
              <a:rect l="l" t="t" r="r" b="b"/>
              <a:pathLst>
                <a:path w="9385" h="2143" extrusionOk="0">
                  <a:moveTo>
                    <a:pt x="1337" y="0"/>
                  </a:moveTo>
                  <a:cubicBezTo>
                    <a:pt x="914" y="0"/>
                    <a:pt x="535" y="60"/>
                    <a:pt x="1" y="155"/>
                  </a:cubicBezTo>
                  <a:lnTo>
                    <a:pt x="1" y="2143"/>
                  </a:lnTo>
                  <a:lnTo>
                    <a:pt x="9384" y="2143"/>
                  </a:lnTo>
                  <a:cubicBezTo>
                    <a:pt x="9288" y="2119"/>
                    <a:pt x="9190" y="2093"/>
                    <a:pt x="9090" y="2069"/>
                  </a:cubicBezTo>
                  <a:cubicBezTo>
                    <a:pt x="6655" y="1459"/>
                    <a:pt x="5872" y="851"/>
                    <a:pt x="3525" y="329"/>
                  </a:cubicBezTo>
                  <a:cubicBezTo>
                    <a:pt x="2465" y="94"/>
                    <a:pt x="1867" y="0"/>
                    <a:pt x="1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4386925" y="5010875"/>
              <a:ext cx="1524875" cy="435625"/>
            </a:xfrm>
            <a:custGeom>
              <a:avLst/>
              <a:gdLst/>
              <a:ahLst/>
              <a:cxnLst/>
              <a:rect l="l" t="t" r="r" b="b"/>
              <a:pathLst>
                <a:path w="60995" h="17425" extrusionOk="0">
                  <a:moveTo>
                    <a:pt x="60995" y="1"/>
                  </a:moveTo>
                  <a:cubicBezTo>
                    <a:pt x="56973" y="928"/>
                    <a:pt x="54965" y="1939"/>
                    <a:pt x="51710" y="2856"/>
                  </a:cubicBezTo>
                  <a:cubicBezTo>
                    <a:pt x="48896" y="3646"/>
                    <a:pt x="48018" y="4509"/>
                    <a:pt x="44462" y="4509"/>
                  </a:cubicBezTo>
                  <a:cubicBezTo>
                    <a:pt x="43654" y="4509"/>
                    <a:pt x="42709" y="4465"/>
                    <a:pt x="41571" y="4365"/>
                  </a:cubicBezTo>
                  <a:cubicBezTo>
                    <a:pt x="37016" y="3965"/>
                    <a:pt x="37908" y="3152"/>
                    <a:pt x="36659" y="3152"/>
                  </a:cubicBezTo>
                  <a:cubicBezTo>
                    <a:pt x="36221" y="3152"/>
                    <a:pt x="35523" y="3251"/>
                    <a:pt x="34237" y="3503"/>
                  </a:cubicBezTo>
                  <a:cubicBezTo>
                    <a:pt x="29276" y="4473"/>
                    <a:pt x="27227" y="5120"/>
                    <a:pt x="22805" y="6199"/>
                  </a:cubicBezTo>
                  <a:cubicBezTo>
                    <a:pt x="18384" y="7277"/>
                    <a:pt x="18060" y="8787"/>
                    <a:pt x="14178" y="8787"/>
                  </a:cubicBezTo>
                  <a:cubicBezTo>
                    <a:pt x="14178" y="8787"/>
                    <a:pt x="10943" y="8679"/>
                    <a:pt x="7598" y="8679"/>
                  </a:cubicBezTo>
                  <a:cubicBezTo>
                    <a:pt x="5157" y="8679"/>
                    <a:pt x="2429" y="8392"/>
                    <a:pt x="1" y="8237"/>
                  </a:cubicBezTo>
                  <a:lnTo>
                    <a:pt x="1" y="11258"/>
                  </a:lnTo>
                  <a:cubicBezTo>
                    <a:pt x="299" y="11363"/>
                    <a:pt x="730" y="11451"/>
                    <a:pt x="1500" y="11451"/>
                  </a:cubicBezTo>
                  <a:cubicBezTo>
                    <a:pt x="1666" y="11451"/>
                    <a:pt x="1847" y="11447"/>
                    <a:pt x="2046" y="11438"/>
                  </a:cubicBezTo>
                  <a:cubicBezTo>
                    <a:pt x="2506" y="11417"/>
                    <a:pt x="2929" y="11408"/>
                    <a:pt x="3325" y="11408"/>
                  </a:cubicBezTo>
                  <a:cubicBezTo>
                    <a:pt x="6295" y="11408"/>
                    <a:pt x="7740" y="11954"/>
                    <a:pt x="11960" y="12568"/>
                  </a:cubicBezTo>
                  <a:cubicBezTo>
                    <a:pt x="12846" y="12697"/>
                    <a:pt x="13576" y="12754"/>
                    <a:pt x="14214" y="12754"/>
                  </a:cubicBezTo>
                  <a:cubicBezTo>
                    <a:pt x="17020" y="12754"/>
                    <a:pt x="18033" y="11647"/>
                    <a:pt x="22568" y="10655"/>
                  </a:cubicBezTo>
                  <a:cubicBezTo>
                    <a:pt x="28132" y="9438"/>
                    <a:pt x="29003" y="8307"/>
                    <a:pt x="31959" y="7438"/>
                  </a:cubicBezTo>
                  <a:cubicBezTo>
                    <a:pt x="34916" y="6568"/>
                    <a:pt x="37524" y="6916"/>
                    <a:pt x="41785" y="6221"/>
                  </a:cubicBezTo>
                  <a:cubicBezTo>
                    <a:pt x="44626" y="5757"/>
                    <a:pt x="45302" y="5602"/>
                    <a:pt x="45901" y="5602"/>
                  </a:cubicBezTo>
                  <a:cubicBezTo>
                    <a:pt x="46200" y="5602"/>
                    <a:pt x="46480" y="5641"/>
                    <a:pt x="47002" y="5699"/>
                  </a:cubicBezTo>
                  <a:cubicBezTo>
                    <a:pt x="48567" y="5872"/>
                    <a:pt x="44133" y="7351"/>
                    <a:pt x="43089" y="8046"/>
                  </a:cubicBezTo>
                  <a:cubicBezTo>
                    <a:pt x="42046" y="8742"/>
                    <a:pt x="39958" y="9351"/>
                    <a:pt x="36915" y="11002"/>
                  </a:cubicBezTo>
                  <a:cubicBezTo>
                    <a:pt x="33872" y="12654"/>
                    <a:pt x="33872" y="13437"/>
                    <a:pt x="31785" y="15438"/>
                  </a:cubicBezTo>
                  <a:cubicBezTo>
                    <a:pt x="31219" y="15980"/>
                    <a:pt x="30678" y="16664"/>
                    <a:pt x="30140" y="17425"/>
                  </a:cubicBezTo>
                  <a:lnTo>
                    <a:pt x="37420" y="17425"/>
                  </a:lnTo>
                  <a:cubicBezTo>
                    <a:pt x="40107" y="14731"/>
                    <a:pt x="42026" y="14146"/>
                    <a:pt x="44483" y="11591"/>
                  </a:cubicBezTo>
                  <a:cubicBezTo>
                    <a:pt x="47179" y="8787"/>
                    <a:pt x="46424" y="8679"/>
                    <a:pt x="50846" y="7062"/>
                  </a:cubicBezTo>
                  <a:cubicBezTo>
                    <a:pt x="54197" y="5836"/>
                    <a:pt x="57485" y="4548"/>
                    <a:pt x="60995" y="3573"/>
                  </a:cubicBezTo>
                  <a:lnTo>
                    <a:pt x="609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Slide.vn - 2019">
            <a:extLst>
              <a:ext uri="{FF2B5EF4-FFF2-40B4-BE49-F238E27FC236}">
                <a16:creationId xmlns:a16="http://schemas.microsoft.com/office/drawing/2014/main" id="{660F4FEF-705B-FC07-4782-7425C77FA8AC}"/>
              </a:ext>
            </a:extLst>
          </p:cNvPr>
          <p:cNvSpPr txBox="1"/>
          <p:nvPr userDrawn="1"/>
        </p:nvSpPr>
        <p:spPr>
          <a:xfrm>
            <a:off x="0" y="-1512332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59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5.jpeg"/><Relationship Id="rId4" Type="http://schemas.openxmlformats.org/officeDocument/2006/relationships/image" Target="../media/image4.web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"/>
          <p:cNvSpPr/>
          <p:nvPr/>
        </p:nvSpPr>
        <p:spPr>
          <a:xfrm>
            <a:off x="713250" y="770400"/>
            <a:ext cx="7717500" cy="360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0"/>
          <p:cNvSpPr txBox="1">
            <a:spLocks noGrp="1"/>
          </p:cNvSpPr>
          <p:nvPr>
            <p:ph type="title"/>
          </p:nvPr>
        </p:nvSpPr>
        <p:spPr>
          <a:xfrm>
            <a:off x="825000" y="972600"/>
            <a:ext cx="7573200" cy="22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/>
              <a:t>SMART-TIME MANAGEMENT</a:t>
            </a:r>
            <a:endParaRPr/>
          </a:p>
        </p:txBody>
      </p:sp>
      <p:sp>
        <p:nvSpPr>
          <p:cNvPr id="427" name="Google Shape;427;p30"/>
          <p:cNvSpPr/>
          <p:nvPr/>
        </p:nvSpPr>
        <p:spPr>
          <a:xfrm flipH="1">
            <a:off x="4581996" y="3393108"/>
            <a:ext cx="842" cy="6973"/>
          </a:xfrm>
          <a:custGeom>
            <a:avLst/>
            <a:gdLst/>
            <a:ahLst/>
            <a:cxnLst/>
            <a:rect l="l" t="t" r="r" b="b"/>
            <a:pathLst>
              <a:path w="45" h="368" extrusionOk="0">
                <a:moveTo>
                  <a:pt x="1" y="0"/>
                </a:moveTo>
                <a:lnTo>
                  <a:pt x="1" y="368"/>
                </a:lnTo>
                <a:cubicBezTo>
                  <a:pt x="44" y="235"/>
                  <a:pt x="40" y="111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0"/>
          <p:cNvSpPr/>
          <p:nvPr/>
        </p:nvSpPr>
        <p:spPr>
          <a:xfrm flipH="1">
            <a:off x="4582820" y="3400061"/>
            <a:ext cx="2845" cy="14362"/>
          </a:xfrm>
          <a:custGeom>
            <a:avLst/>
            <a:gdLst/>
            <a:ahLst/>
            <a:cxnLst/>
            <a:rect l="l" t="t" r="r" b="b"/>
            <a:pathLst>
              <a:path w="152" h="758" extrusionOk="0">
                <a:moveTo>
                  <a:pt x="152" y="1"/>
                </a:moveTo>
                <a:cubicBezTo>
                  <a:pt x="138" y="32"/>
                  <a:pt x="125" y="62"/>
                  <a:pt x="111" y="89"/>
                </a:cubicBezTo>
                <a:cubicBezTo>
                  <a:pt x="1" y="306"/>
                  <a:pt x="45" y="536"/>
                  <a:pt x="152" y="757"/>
                </a:cubicBezTo>
                <a:lnTo>
                  <a:pt x="1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0"/>
          <p:cNvSpPr/>
          <p:nvPr/>
        </p:nvSpPr>
        <p:spPr>
          <a:xfrm flipH="1">
            <a:off x="4582820" y="3029410"/>
            <a:ext cx="6158" cy="38539"/>
          </a:xfrm>
          <a:custGeom>
            <a:avLst/>
            <a:gdLst/>
            <a:ahLst/>
            <a:cxnLst/>
            <a:rect l="l" t="t" r="r" b="b"/>
            <a:pathLst>
              <a:path w="329" h="2034" extrusionOk="0">
                <a:moveTo>
                  <a:pt x="329" y="1"/>
                </a:moveTo>
                <a:cubicBezTo>
                  <a:pt x="0" y="643"/>
                  <a:pt x="45" y="1382"/>
                  <a:pt x="329" y="2033"/>
                </a:cubicBezTo>
                <a:lnTo>
                  <a:pt x="3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0"/>
          <p:cNvSpPr/>
          <p:nvPr/>
        </p:nvSpPr>
        <p:spPr>
          <a:xfrm flipH="1">
            <a:off x="4582820" y="4187463"/>
            <a:ext cx="2845" cy="14381"/>
          </a:xfrm>
          <a:custGeom>
            <a:avLst/>
            <a:gdLst/>
            <a:ahLst/>
            <a:cxnLst/>
            <a:rect l="l" t="t" r="r" b="b"/>
            <a:pathLst>
              <a:path w="152" h="759" extrusionOk="0">
                <a:moveTo>
                  <a:pt x="152" y="1"/>
                </a:moveTo>
                <a:cubicBezTo>
                  <a:pt x="138" y="27"/>
                  <a:pt x="125" y="58"/>
                  <a:pt x="111" y="90"/>
                </a:cubicBezTo>
                <a:cubicBezTo>
                  <a:pt x="1" y="302"/>
                  <a:pt x="45" y="532"/>
                  <a:pt x="152" y="758"/>
                </a:cubicBezTo>
                <a:lnTo>
                  <a:pt x="1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30"/>
          <p:cNvGrpSpPr/>
          <p:nvPr/>
        </p:nvGrpSpPr>
        <p:grpSpPr>
          <a:xfrm>
            <a:off x="2048240" y="3902029"/>
            <a:ext cx="308487" cy="288654"/>
            <a:chOff x="-8674650" y="3210975"/>
            <a:chExt cx="376525" cy="352275"/>
          </a:xfrm>
        </p:grpSpPr>
        <p:sp>
          <p:nvSpPr>
            <p:cNvPr id="432" name="Google Shape;432;p30"/>
            <p:cNvSpPr/>
            <p:nvPr/>
          </p:nvSpPr>
          <p:spPr>
            <a:xfrm>
              <a:off x="-8542325" y="3335375"/>
              <a:ext cx="112650" cy="104375"/>
            </a:xfrm>
            <a:custGeom>
              <a:avLst/>
              <a:gdLst/>
              <a:ahLst/>
              <a:cxnLst/>
              <a:rect l="l" t="t" r="r" b="b"/>
              <a:pathLst>
                <a:path w="4506" h="4175" extrusionOk="0">
                  <a:moveTo>
                    <a:pt x="2226" y="843"/>
                  </a:moveTo>
                  <a:cubicBezTo>
                    <a:pt x="2537" y="843"/>
                    <a:pt x="2852" y="969"/>
                    <a:pt x="3120" y="1221"/>
                  </a:cubicBezTo>
                  <a:cubicBezTo>
                    <a:pt x="3624" y="1694"/>
                    <a:pt x="3624" y="2545"/>
                    <a:pt x="3120" y="3017"/>
                  </a:cubicBezTo>
                  <a:cubicBezTo>
                    <a:pt x="2883" y="3238"/>
                    <a:pt x="2568" y="3348"/>
                    <a:pt x="2249" y="3348"/>
                  </a:cubicBezTo>
                  <a:cubicBezTo>
                    <a:pt x="1930" y="3348"/>
                    <a:pt x="1607" y="3238"/>
                    <a:pt x="1355" y="3017"/>
                  </a:cubicBezTo>
                  <a:cubicBezTo>
                    <a:pt x="883" y="2545"/>
                    <a:pt x="883" y="1694"/>
                    <a:pt x="1355" y="1221"/>
                  </a:cubicBezTo>
                  <a:cubicBezTo>
                    <a:pt x="1607" y="969"/>
                    <a:pt x="1915" y="843"/>
                    <a:pt x="2226" y="843"/>
                  </a:cubicBezTo>
                  <a:close/>
                  <a:moveTo>
                    <a:pt x="2277" y="1"/>
                  </a:moveTo>
                  <a:cubicBezTo>
                    <a:pt x="1749" y="1"/>
                    <a:pt x="1214" y="197"/>
                    <a:pt x="788" y="591"/>
                  </a:cubicBezTo>
                  <a:cubicBezTo>
                    <a:pt x="1" y="1379"/>
                    <a:pt x="1" y="2765"/>
                    <a:pt x="788" y="3584"/>
                  </a:cubicBezTo>
                  <a:cubicBezTo>
                    <a:pt x="1182" y="3978"/>
                    <a:pt x="1718" y="4175"/>
                    <a:pt x="2253" y="4175"/>
                  </a:cubicBezTo>
                  <a:cubicBezTo>
                    <a:pt x="2789" y="4175"/>
                    <a:pt x="3324" y="3978"/>
                    <a:pt x="3718" y="3584"/>
                  </a:cubicBezTo>
                  <a:cubicBezTo>
                    <a:pt x="4506" y="2797"/>
                    <a:pt x="4506" y="1442"/>
                    <a:pt x="3718" y="591"/>
                  </a:cubicBezTo>
                  <a:cubicBezTo>
                    <a:pt x="3324" y="197"/>
                    <a:pt x="2805" y="1"/>
                    <a:pt x="2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-8496650" y="3377125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58" y="0"/>
                  </a:moveTo>
                  <a:cubicBezTo>
                    <a:pt x="348" y="0"/>
                    <a:pt x="237" y="40"/>
                    <a:pt x="159" y="118"/>
                  </a:cubicBezTo>
                  <a:cubicBezTo>
                    <a:pt x="1" y="276"/>
                    <a:pt x="1" y="560"/>
                    <a:pt x="159" y="717"/>
                  </a:cubicBezTo>
                  <a:cubicBezTo>
                    <a:pt x="237" y="796"/>
                    <a:pt x="348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5" y="560"/>
                    <a:pt x="915" y="276"/>
                    <a:pt x="757" y="118"/>
                  </a:cubicBez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-8540750" y="3332825"/>
              <a:ext cx="242625" cy="230425"/>
            </a:xfrm>
            <a:custGeom>
              <a:avLst/>
              <a:gdLst/>
              <a:ahLst/>
              <a:cxnLst/>
              <a:rect l="l" t="t" r="r" b="b"/>
              <a:pathLst>
                <a:path w="9705" h="9217" extrusionOk="0">
                  <a:moveTo>
                    <a:pt x="8917" y="0"/>
                  </a:moveTo>
                  <a:lnTo>
                    <a:pt x="4978" y="1449"/>
                  </a:lnTo>
                  <a:cubicBezTo>
                    <a:pt x="5262" y="2521"/>
                    <a:pt x="4947" y="3529"/>
                    <a:pt x="4254" y="4253"/>
                  </a:cubicBezTo>
                  <a:cubicBezTo>
                    <a:pt x="3721" y="4763"/>
                    <a:pt x="2999" y="5069"/>
                    <a:pt x="2241" y="5069"/>
                  </a:cubicBezTo>
                  <a:cubicBezTo>
                    <a:pt x="1969" y="5069"/>
                    <a:pt x="1693" y="5030"/>
                    <a:pt x="1418" y="4946"/>
                  </a:cubicBezTo>
                  <a:lnTo>
                    <a:pt x="1" y="8853"/>
                  </a:lnTo>
                  <a:cubicBezTo>
                    <a:pt x="727" y="9095"/>
                    <a:pt x="1483" y="9216"/>
                    <a:pt x="2238" y="9216"/>
                  </a:cubicBezTo>
                  <a:cubicBezTo>
                    <a:pt x="4038" y="9216"/>
                    <a:pt x="5830" y="8528"/>
                    <a:pt x="7184" y="7152"/>
                  </a:cubicBezTo>
                  <a:cubicBezTo>
                    <a:pt x="9137" y="5230"/>
                    <a:pt x="9704" y="2426"/>
                    <a:pt x="8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-8645500" y="3428125"/>
              <a:ext cx="120525" cy="118950"/>
            </a:xfrm>
            <a:custGeom>
              <a:avLst/>
              <a:gdLst/>
              <a:ahLst/>
              <a:cxnLst/>
              <a:rect l="l" t="t" r="r" b="b"/>
              <a:pathLst>
                <a:path w="4821" h="4758" extrusionOk="0">
                  <a:moveTo>
                    <a:pt x="3939" y="0"/>
                  </a:moveTo>
                  <a:lnTo>
                    <a:pt x="1" y="1418"/>
                  </a:lnTo>
                  <a:cubicBezTo>
                    <a:pt x="347" y="2143"/>
                    <a:pt x="788" y="2804"/>
                    <a:pt x="1387" y="3403"/>
                  </a:cubicBezTo>
                  <a:cubicBezTo>
                    <a:pt x="1985" y="3970"/>
                    <a:pt x="2678" y="4442"/>
                    <a:pt x="3403" y="4757"/>
                  </a:cubicBezTo>
                  <a:lnTo>
                    <a:pt x="4821" y="819"/>
                  </a:lnTo>
                  <a:cubicBezTo>
                    <a:pt x="4663" y="756"/>
                    <a:pt x="4506" y="599"/>
                    <a:pt x="4348" y="473"/>
                  </a:cubicBezTo>
                  <a:cubicBezTo>
                    <a:pt x="4191" y="315"/>
                    <a:pt x="4065" y="158"/>
                    <a:pt x="39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-8448600" y="3227275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1419" y="1"/>
                  </a:moveTo>
                  <a:lnTo>
                    <a:pt x="1" y="3939"/>
                  </a:lnTo>
                  <a:cubicBezTo>
                    <a:pt x="190" y="4065"/>
                    <a:pt x="410" y="4191"/>
                    <a:pt x="568" y="4380"/>
                  </a:cubicBezTo>
                  <a:cubicBezTo>
                    <a:pt x="725" y="4537"/>
                    <a:pt x="883" y="4726"/>
                    <a:pt x="977" y="4915"/>
                  </a:cubicBezTo>
                  <a:lnTo>
                    <a:pt x="4916" y="3466"/>
                  </a:lnTo>
                  <a:cubicBezTo>
                    <a:pt x="4569" y="2710"/>
                    <a:pt x="4096" y="2017"/>
                    <a:pt x="3498" y="1418"/>
                  </a:cubicBezTo>
                  <a:cubicBezTo>
                    <a:pt x="2931" y="820"/>
                    <a:pt x="2175" y="347"/>
                    <a:pt x="1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-8674650" y="3210975"/>
              <a:ext cx="241825" cy="232925"/>
            </a:xfrm>
            <a:custGeom>
              <a:avLst/>
              <a:gdLst/>
              <a:ahLst/>
              <a:cxnLst/>
              <a:rect l="l" t="t" r="r" b="b"/>
              <a:pathLst>
                <a:path w="9673" h="9317" extrusionOk="0">
                  <a:moveTo>
                    <a:pt x="7515" y="0"/>
                  </a:moveTo>
                  <a:cubicBezTo>
                    <a:pt x="5700" y="0"/>
                    <a:pt x="3894" y="698"/>
                    <a:pt x="2521" y="2070"/>
                  </a:cubicBezTo>
                  <a:cubicBezTo>
                    <a:pt x="568" y="3992"/>
                    <a:pt x="1" y="6827"/>
                    <a:pt x="820" y="9316"/>
                  </a:cubicBezTo>
                  <a:lnTo>
                    <a:pt x="4758" y="7899"/>
                  </a:lnTo>
                  <a:cubicBezTo>
                    <a:pt x="4475" y="6796"/>
                    <a:pt x="4790" y="5693"/>
                    <a:pt x="5514" y="5000"/>
                  </a:cubicBezTo>
                  <a:cubicBezTo>
                    <a:pt x="6037" y="4454"/>
                    <a:pt x="6793" y="4194"/>
                    <a:pt x="7538" y="4194"/>
                  </a:cubicBezTo>
                  <a:cubicBezTo>
                    <a:pt x="7781" y="4194"/>
                    <a:pt x="8023" y="4221"/>
                    <a:pt x="8255" y="4276"/>
                  </a:cubicBezTo>
                  <a:lnTo>
                    <a:pt x="9673" y="337"/>
                  </a:lnTo>
                  <a:cubicBezTo>
                    <a:pt x="8970" y="112"/>
                    <a:pt x="8242" y="0"/>
                    <a:pt x="75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30"/>
          <p:cNvSpPr/>
          <p:nvPr/>
        </p:nvSpPr>
        <p:spPr>
          <a:xfrm>
            <a:off x="1540321" y="3902314"/>
            <a:ext cx="220962" cy="288171"/>
          </a:xfrm>
          <a:custGeom>
            <a:avLst/>
            <a:gdLst/>
            <a:ahLst/>
            <a:cxnLst/>
            <a:rect l="l" t="t" r="r" b="b"/>
            <a:pathLst>
              <a:path w="10776" h="14052" extrusionOk="0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9" name="Google Shape;439;p30"/>
          <p:cNvGrpSpPr/>
          <p:nvPr/>
        </p:nvGrpSpPr>
        <p:grpSpPr>
          <a:xfrm>
            <a:off x="2644393" y="3913185"/>
            <a:ext cx="328307" cy="288653"/>
            <a:chOff x="-46779900" y="3588000"/>
            <a:chExt cx="300125" cy="263875"/>
          </a:xfrm>
        </p:grpSpPr>
        <p:sp>
          <p:nvSpPr>
            <p:cNvPr id="440" name="Google Shape;440;p30"/>
            <p:cNvSpPr/>
            <p:nvPr/>
          </p:nvSpPr>
          <p:spPr>
            <a:xfrm>
              <a:off x="-46746025" y="3588000"/>
              <a:ext cx="230800" cy="263875"/>
            </a:xfrm>
            <a:custGeom>
              <a:avLst/>
              <a:gdLst/>
              <a:ahLst/>
              <a:cxnLst/>
              <a:rect l="l" t="t" r="r" b="b"/>
              <a:pathLst>
                <a:path w="9232" h="10555" extrusionOk="0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-46674350" y="3710075"/>
              <a:ext cx="91400" cy="122900"/>
            </a:xfrm>
            <a:custGeom>
              <a:avLst/>
              <a:gdLst/>
              <a:ahLst/>
              <a:cxnLst/>
              <a:rect l="l" t="t" r="r" b="b"/>
              <a:pathLst>
                <a:path w="3656" h="4916" extrusionOk="0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-46779900" y="3754200"/>
              <a:ext cx="17350" cy="70125"/>
            </a:xfrm>
            <a:custGeom>
              <a:avLst/>
              <a:gdLst/>
              <a:ahLst/>
              <a:cxnLst/>
              <a:rect l="l" t="t" r="r" b="b"/>
              <a:pathLst>
                <a:path w="694" h="2805" extrusionOk="0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-46497925" y="3754200"/>
              <a:ext cx="18150" cy="70125"/>
            </a:xfrm>
            <a:custGeom>
              <a:avLst/>
              <a:gdLst/>
              <a:ahLst/>
              <a:cxnLst/>
              <a:rect l="l" t="t" r="r" b="b"/>
              <a:pathLst>
                <a:path w="726" h="2805" extrusionOk="0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30"/>
          <p:cNvGrpSpPr/>
          <p:nvPr/>
        </p:nvGrpSpPr>
        <p:grpSpPr>
          <a:xfrm>
            <a:off x="964901" y="3902780"/>
            <a:ext cx="288371" cy="288183"/>
            <a:chOff x="1310075" y="3980250"/>
            <a:chExt cx="297750" cy="297525"/>
          </a:xfrm>
        </p:grpSpPr>
        <p:sp>
          <p:nvSpPr>
            <p:cNvPr id="445" name="Google Shape;445;p30"/>
            <p:cNvSpPr/>
            <p:nvPr/>
          </p:nvSpPr>
          <p:spPr>
            <a:xfrm>
              <a:off x="1310075" y="3980250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1449475" y="408657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1380175" y="41212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1518800" y="4051925"/>
              <a:ext cx="18125" cy="86650"/>
            </a:xfrm>
            <a:custGeom>
              <a:avLst/>
              <a:gdLst/>
              <a:ahLst/>
              <a:cxnLst/>
              <a:rect l="l" t="t" r="r" b="b"/>
              <a:pathLst>
                <a:path w="725" h="3466" extrusionOk="0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0"/>
          <p:cNvSpPr txBox="1">
            <a:spLocks noGrp="1"/>
          </p:cNvSpPr>
          <p:nvPr>
            <p:ph type="subTitle" idx="1"/>
          </p:nvPr>
        </p:nvSpPr>
        <p:spPr>
          <a:xfrm>
            <a:off x="825000" y="3196022"/>
            <a:ext cx="1032625" cy="430857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Group 11</a:t>
            </a:r>
            <a:endParaRPr sz="1600" b="0">
              <a:solidFill>
                <a:schemeClr val="lt1"/>
              </a:solidFill>
            </a:endParaRPr>
          </a:p>
        </p:txBody>
      </p:sp>
      <p:sp>
        <p:nvSpPr>
          <p:cNvPr id="2" name="Google Shape;424;p30">
            <a:extLst>
              <a:ext uri="{FF2B5EF4-FFF2-40B4-BE49-F238E27FC236}">
                <a16:creationId xmlns:a16="http://schemas.microsoft.com/office/drawing/2014/main" id="{D4FA1807-ED6D-8CD4-BBEE-C8762763819B}"/>
              </a:ext>
            </a:extLst>
          </p:cNvPr>
          <p:cNvSpPr/>
          <p:nvPr/>
        </p:nvSpPr>
        <p:spPr>
          <a:xfrm>
            <a:off x="6947635" y="3855733"/>
            <a:ext cx="1793955" cy="837582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>
                <a:solidFill>
                  <a:schemeClr val="bg1"/>
                </a:solidFill>
              </a:rPr>
              <a:t>CMU-CS 447</a:t>
            </a:r>
            <a:endParaRPr lang="vi-VN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BD43258B-E825-274E-EA95-B4889A527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2">
            <a:extLst>
              <a:ext uri="{FF2B5EF4-FFF2-40B4-BE49-F238E27FC236}">
                <a16:creationId xmlns:a16="http://schemas.microsoft.com/office/drawing/2014/main" id="{EE96EA44-510C-1978-C640-24A3AAA3B9E4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196568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>
                <a:latin typeface="Constantia" panose="02030602050306030303" pitchFamily="18" charset="0"/>
              </a:rPr>
              <a:t>MEMBERS</a:t>
            </a:r>
            <a:endParaRPr>
              <a:latin typeface="Constantia" panose="02030602050306030303" pitchFamily="18" charset="0"/>
            </a:endParaRPr>
          </a:p>
        </p:txBody>
      </p:sp>
      <p:sp>
        <p:nvSpPr>
          <p:cNvPr id="6" name="Google Shape;467;p32">
            <a:extLst>
              <a:ext uri="{FF2B5EF4-FFF2-40B4-BE49-F238E27FC236}">
                <a16:creationId xmlns:a16="http://schemas.microsoft.com/office/drawing/2014/main" id="{AB997454-08A9-F723-1552-559108FD2A3C}"/>
              </a:ext>
            </a:extLst>
          </p:cNvPr>
          <p:cNvSpPr txBox="1">
            <a:spLocks/>
          </p:cNvSpPr>
          <p:nvPr/>
        </p:nvSpPr>
        <p:spPr>
          <a:xfrm>
            <a:off x="2243137" y="1590407"/>
            <a:ext cx="4529138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6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b="1">
                <a:latin typeface="Constantia" panose="02030602050306030303" pitchFamily="18" charset="0"/>
              </a:rPr>
              <a:t>Dinh, Dang Quoc</a:t>
            </a:r>
          </a:p>
        </p:txBody>
      </p:sp>
      <p:sp>
        <p:nvSpPr>
          <p:cNvPr id="7" name="Google Shape;467;p32">
            <a:extLst>
              <a:ext uri="{FF2B5EF4-FFF2-40B4-BE49-F238E27FC236}">
                <a16:creationId xmlns:a16="http://schemas.microsoft.com/office/drawing/2014/main" id="{CC5D037C-EF9E-D803-5F5D-BC39B172C9F8}"/>
              </a:ext>
            </a:extLst>
          </p:cNvPr>
          <p:cNvSpPr txBox="1">
            <a:spLocks/>
          </p:cNvSpPr>
          <p:nvPr/>
        </p:nvSpPr>
        <p:spPr>
          <a:xfrm>
            <a:off x="2243137" y="2441695"/>
            <a:ext cx="4529138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6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b="1">
                <a:latin typeface="Constantia" panose="02030602050306030303" pitchFamily="18" charset="0"/>
              </a:rPr>
              <a:t>Quy, Tran</a:t>
            </a:r>
          </a:p>
        </p:txBody>
      </p:sp>
      <p:sp>
        <p:nvSpPr>
          <p:cNvPr id="8" name="Google Shape;467;p32">
            <a:extLst>
              <a:ext uri="{FF2B5EF4-FFF2-40B4-BE49-F238E27FC236}">
                <a16:creationId xmlns:a16="http://schemas.microsoft.com/office/drawing/2014/main" id="{B65BC2A6-6997-8319-F4FA-07229AE4A089}"/>
              </a:ext>
            </a:extLst>
          </p:cNvPr>
          <p:cNvSpPr txBox="1">
            <a:spLocks/>
          </p:cNvSpPr>
          <p:nvPr/>
        </p:nvSpPr>
        <p:spPr>
          <a:xfrm>
            <a:off x="2243137" y="3154888"/>
            <a:ext cx="4529138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6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b="1">
                <a:latin typeface="Constantia" panose="02030602050306030303" pitchFamily="18" charset="0"/>
              </a:rPr>
              <a:t>Khang, Tran Quoc</a:t>
            </a:r>
          </a:p>
        </p:txBody>
      </p:sp>
      <p:sp>
        <p:nvSpPr>
          <p:cNvPr id="9" name="Google Shape;467;p32">
            <a:extLst>
              <a:ext uri="{FF2B5EF4-FFF2-40B4-BE49-F238E27FC236}">
                <a16:creationId xmlns:a16="http://schemas.microsoft.com/office/drawing/2014/main" id="{2E8BA351-1B95-5562-F412-067E0DC76416}"/>
              </a:ext>
            </a:extLst>
          </p:cNvPr>
          <p:cNvSpPr txBox="1">
            <a:spLocks/>
          </p:cNvSpPr>
          <p:nvPr/>
        </p:nvSpPr>
        <p:spPr>
          <a:xfrm>
            <a:off x="2243137" y="4006176"/>
            <a:ext cx="4529138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6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b="1">
                <a:latin typeface="Constantia" panose="02030602050306030303" pitchFamily="18" charset="0"/>
              </a:rPr>
              <a:t>Thanh, Tran Nguyen Duy</a:t>
            </a:r>
          </a:p>
        </p:txBody>
      </p:sp>
    </p:spTree>
    <p:extLst>
      <p:ext uri="{BB962C8B-B14F-4D97-AF65-F5344CB8AC3E}">
        <p14:creationId xmlns:p14="http://schemas.microsoft.com/office/powerpoint/2010/main" val="30584152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2"/>
          <p:cNvSpPr/>
          <p:nvPr/>
        </p:nvSpPr>
        <p:spPr>
          <a:xfrm>
            <a:off x="1205286" y="1602625"/>
            <a:ext cx="2689162" cy="12861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2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>
                <a:latin typeface="Constantia" panose="02030602050306030303" pitchFamily="18" charset="0"/>
              </a:rPr>
              <a:t>                          </a:t>
            </a:r>
            <a:r>
              <a:rPr lang="en">
                <a:latin typeface="Constantia" panose="02030602050306030303" pitchFamily="18" charset="0"/>
              </a:rPr>
              <a:t>TABLE OF CONTENTS</a:t>
            </a:r>
            <a:endParaRPr>
              <a:latin typeface="Constantia" panose="02030602050306030303" pitchFamily="18" charset="0"/>
            </a:endParaRPr>
          </a:p>
        </p:txBody>
      </p:sp>
      <p:sp>
        <p:nvSpPr>
          <p:cNvPr id="469" name="Google Shape;469;p32"/>
          <p:cNvSpPr/>
          <p:nvPr/>
        </p:nvSpPr>
        <p:spPr>
          <a:xfrm rot="10800000">
            <a:off x="644179" y="1846340"/>
            <a:ext cx="764620" cy="76462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2"/>
          <p:cNvSpPr txBox="1">
            <a:spLocks noGrp="1"/>
          </p:cNvSpPr>
          <p:nvPr>
            <p:ph type="title" idx="5"/>
          </p:nvPr>
        </p:nvSpPr>
        <p:spPr>
          <a:xfrm>
            <a:off x="388839" y="19319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1</a:t>
            </a:r>
            <a:endParaRPr/>
          </a:p>
        </p:txBody>
      </p:sp>
      <p:sp>
        <p:nvSpPr>
          <p:cNvPr id="479" name="Google Shape;479;p32"/>
          <p:cNvSpPr txBox="1">
            <a:spLocks noGrp="1"/>
          </p:cNvSpPr>
          <p:nvPr>
            <p:ph type="title" idx="13"/>
          </p:nvPr>
        </p:nvSpPr>
        <p:spPr>
          <a:xfrm>
            <a:off x="1479314" y="2065350"/>
            <a:ext cx="2366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>
                <a:latin typeface="Jumble" panose="02000503000000020004" pitchFamily="2" charset="0"/>
              </a:rPr>
              <a:t>PROBLEM</a:t>
            </a:r>
            <a:endParaRPr>
              <a:latin typeface="Jumble" panose="02000503000000020004" pitchFamily="2" charset="0"/>
            </a:endParaRPr>
          </a:p>
        </p:txBody>
      </p:sp>
      <p:sp>
        <p:nvSpPr>
          <p:cNvPr id="21" name="Google Shape;460;p32">
            <a:extLst>
              <a:ext uri="{FF2B5EF4-FFF2-40B4-BE49-F238E27FC236}">
                <a16:creationId xmlns:a16="http://schemas.microsoft.com/office/drawing/2014/main" id="{BA9C80EB-7459-6C27-2DDE-13A3045EA593}"/>
              </a:ext>
            </a:extLst>
          </p:cNvPr>
          <p:cNvSpPr/>
          <p:nvPr/>
        </p:nvSpPr>
        <p:spPr>
          <a:xfrm>
            <a:off x="1156252" y="3412375"/>
            <a:ext cx="2689162" cy="12861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469;p32">
            <a:extLst>
              <a:ext uri="{FF2B5EF4-FFF2-40B4-BE49-F238E27FC236}">
                <a16:creationId xmlns:a16="http://schemas.microsoft.com/office/drawing/2014/main" id="{67F255BC-F993-E220-4BD9-16DEEEDFB72B}"/>
              </a:ext>
            </a:extLst>
          </p:cNvPr>
          <p:cNvSpPr/>
          <p:nvPr/>
        </p:nvSpPr>
        <p:spPr>
          <a:xfrm rot="10800000">
            <a:off x="595145" y="3656090"/>
            <a:ext cx="764620" cy="76462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472;p32">
            <a:extLst>
              <a:ext uri="{FF2B5EF4-FFF2-40B4-BE49-F238E27FC236}">
                <a16:creationId xmlns:a16="http://schemas.microsoft.com/office/drawing/2014/main" id="{5C68DFFE-2996-B223-CEEF-C50D3CF74538}"/>
              </a:ext>
            </a:extLst>
          </p:cNvPr>
          <p:cNvSpPr txBox="1">
            <a:spLocks/>
          </p:cNvSpPr>
          <p:nvPr/>
        </p:nvSpPr>
        <p:spPr>
          <a:xfrm>
            <a:off x="339805" y="37417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/>
              <a:t>3</a:t>
            </a:r>
          </a:p>
        </p:txBody>
      </p:sp>
      <p:sp>
        <p:nvSpPr>
          <p:cNvPr id="24" name="Google Shape;479;p32">
            <a:extLst>
              <a:ext uri="{FF2B5EF4-FFF2-40B4-BE49-F238E27FC236}">
                <a16:creationId xmlns:a16="http://schemas.microsoft.com/office/drawing/2014/main" id="{E4C9F65D-A034-1ED4-E6DD-29BB029F7B00}"/>
              </a:ext>
            </a:extLst>
          </p:cNvPr>
          <p:cNvSpPr txBox="1">
            <a:spLocks/>
          </p:cNvSpPr>
          <p:nvPr/>
        </p:nvSpPr>
        <p:spPr>
          <a:xfrm>
            <a:off x="1430280" y="3875100"/>
            <a:ext cx="2366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None/>
              <a:defRPr sz="22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>
                <a:latin typeface="Jumble" panose="02000503000000020004" pitchFamily="2" charset="0"/>
              </a:rPr>
              <a:t>FUNCTIONS</a:t>
            </a:r>
          </a:p>
        </p:txBody>
      </p:sp>
      <p:sp>
        <p:nvSpPr>
          <p:cNvPr id="25" name="Google Shape;460;p32">
            <a:extLst>
              <a:ext uri="{FF2B5EF4-FFF2-40B4-BE49-F238E27FC236}">
                <a16:creationId xmlns:a16="http://schemas.microsoft.com/office/drawing/2014/main" id="{C9CF6440-11BD-2ABE-5A25-3A61819C7B5B}"/>
              </a:ext>
            </a:extLst>
          </p:cNvPr>
          <p:cNvSpPr/>
          <p:nvPr/>
        </p:nvSpPr>
        <p:spPr>
          <a:xfrm>
            <a:off x="5321036" y="1602625"/>
            <a:ext cx="2689162" cy="12861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69;p32">
            <a:extLst>
              <a:ext uri="{FF2B5EF4-FFF2-40B4-BE49-F238E27FC236}">
                <a16:creationId xmlns:a16="http://schemas.microsoft.com/office/drawing/2014/main" id="{042644AE-EB3D-C559-8C8B-810D13A0F607}"/>
              </a:ext>
            </a:extLst>
          </p:cNvPr>
          <p:cNvSpPr/>
          <p:nvPr/>
        </p:nvSpPr>
        <p:spPr>
          <a:xfrm rot="10800000">
            <a:off x="4759929" y="1846340"/>
            <a:ext cx="764620" cy="76462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472;p32">
            <a:extLst>
              <a:ext uri="{FF2B5EF4-FFF2-40B4-BE49-F238E27FC236}">
                <a16:creationId xmlns:a16="http://schemas.microsoft.com/office/drawing/2014/main" id="{BD3B0680-8A22-B9F7-70B5-A827A91F333F}"/>
              </a:ext>
            </a:extLst>
          </p:cNvPr>
          <p:cNvSpPr txBox="1">
            <a:spLocks/>
          </p:cNvSpPr>
          <p:nvPr/>
        </p:nvSpPr>
        <p:spPr>
          <a:xfrm>
            <a:off x="4504589" y="193195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/>
              <a:t>2</a:t>
            </a:r>
          </a:p>
        </p:txBody>
      </p:sp>
      <p:sp>
        <p:nvSpPr>
          <p:cNvPr id="28" name="Google Shape;479;p32">
            <a:extLst>
              <a:ext uri="{FF2B5EF4-FFF2-40B4-BE49-F238E27FC236}">
                <a16:creationId xmlns:a16="http://schemas.microsoft.com/office/drawing/2014/main" id="{32CA4B61-9C29-11D7-957E-4176D611FF83}"/>
              </a:ext>
            </a:extLst>
          </p:cNvPr>
          <p:cNvSpPr txBox="1">
            <a:spLocks/>
          </p:cNvSpPr>
          <p:nvPr/>
        </p:nvSpPr>
        <p:spPr>
          <a:xfrm>
            <a:off x="5595064" y="2065350"/>
            <a:ext cx="2366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None/>
              <a:defRPr sz="22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>
                <a:latin typeface="Jumble" panose="02000503000000020004" pitchFamily="2" charset="0"/>
              </a:rPr>
              <a:t>SOLUTION</a:t>
            </a:r>
          </a:p>
        </p:txBody>
      </p:sp>
      <p:sp>
        <p:nvSpPr>
          <p:cNvPr id="29" name="Google Shape;460;p32">
            <a:extLst>
              <a:ext uri="{FF2B5EF4-FFF2-40B4-BE49-F238E27FC236}">
                <a16:creationId xmlns:a16="http://schemas.microsoft.com/office/drawing/2014/main" id="{F06CDCE0-C69C-A335-68DE-DBF705499891}"/>
              </a:ext>
            </a:extLst>
          </p:cNvPr>
          <p:cNvSpPr/>
          <p:nvPr/>
        </p:nvSpPr>
        <p:spPr>
          <a:xfrm>
            <a:off x="5272002" y="3412375"/>
            <a:ext cx="2689162" cy="12861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469;p32">
            <a:extLst>
              <a:ext uri="{FF2B5EF4-FFF2-40B4-BE49-F238E27FC236}">
                <a16:creationId xmlns:a16="http://schemas.microsoft.com/office/drawing/2014/main" id="{E7F81E02-EE7C-9DEF-47EC-18B0F5E70A3F}"/>
              </a:ext>
            </a:extLst>
          </p:cNvPr>
          <p:cNvSpPr/>
          <p:nvPr/>
        </p:nvSpPr>
        <p:spPr>
          <a:xfrm rot="10800000">
            <a:off x="4710895" y="3656090"/>
            <a:ext cx="764620" cy="76462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472;p32">
            <a:extLst>
              <a:ext uri="{FF2B5EF4-FFF2-40B4-BE49-F238E27FC236}">
                <a16:creationId xmlns:a16="http://schemas.microsoft.com/office/drawing/2014/main" id="{2DD57CAE-F03D-D452-EF7D-78D2FF27014A}"/>
              </a:ext>
            </a:extLst>
          </p:cNvPr>
          <p:cNvSpPr txBox="1">
            <a:spLocks/>
          </p:cNvSpPr>
          <p:nvPr/>
        </p:nvSpPr>
        <p:spPr>
          <a:xfrm>
            <a:off x="4455555" y="37417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/>
              <a:t>4</a:t>
            </a:r>
          </a:p>
        </p:txBody>
      </p:sp>
      <p:sp>
        <p:nvSpPr>
          <p:cNvPr id="448" name="Google Shape;479;p32">
            <a:extLst>
              <a:ext uri="{FF2B5EF4-FFF2-40B4-BE49-F238E27FC236}">
                <a16:creationId xmlns:a16="http://schemas.microsoft.com/office/drawing/2014/main" id="{E4BECB47-8885-060A-096B-231F2C2BC411}"/>
              </a:ext>
            </a:extLst>
          </p:cNvPr>
          <p:cNvSpPr txBox="1">
            <a:spLocks/>
          </p:cNvSpPr>
          <p:nvPr/>
        </p:nvSpPr>
        <p:spPr>
          <a:xfrm>
            <a:off x="5546030" y="3875100"/>
            <a:ext cx="2366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"/>
              <a:buNone/>
              <a:defRPr sz="22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>
                <a:latin typeface="Jumble" panose="02000503000000020004" pitchFamily="2" charset="0"/>
              </a:rPr>
              <a:t>DEMO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"/>
          <p:cNvSpPr/>
          <p:nvPr/>
        </p:nvSpPr>
        <p:spPr>
          <a:xfrm>
            <a:off x="1371600" y="1250400"/>
            <a:ext cx="6400800" cy="264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"/>
          <p:cNvSpPr/>
          <p:nvPr/>
        </p:nvSpPr>
        <p:spPr>
          <a:xfrm>
            <a:off x="3939180" y="630897"/>
            <a:ext cx="1265700" cy="12657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"/>
          <p:cNvSpPr txBox="1">
            <a:spLocks noGrp="1"/>
          </p:cNvSpPr>
          <p:nvPr>
            <p:ph type="title" idx="2"/>
          </p:nvPr>
        </p:nvSpPr>
        <p:spPr>
          <a:xfrm>
            <a:off x="1841550" y="2136000"/>
            <a:ext cx="54609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PROBLEM</a:t>
            </a:r>
            <a:endParaRPr/>
          </a:p>
        </p:txBody>
      </p:sp>
      <p:sp>
        <p:nvSpPr>
          <p:cNvPr id="488" name="Google Shape;488;p33"/>
          <p:cNvSpPr txBox="1">
            <a:spLocks noGrp="1"/>
          </p:cNvSpPr>
          <p:nvPr>
            <p:ph type="subTitle" idx="1"/>
          </p:nvPr>
        </p:nvSpPr>
        <p:spPr>
          <a:xfrm>
            <a:off x="1841575" y="3152600"/>
            <a:ext cx="54609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89" name="Google Shape;489;p33"/>
          <p:cNvSpPr txBox="1">
            <a:spLocks noGrp="1"/>
          </p:cNvSpPr>
          <p:nvPr>
            <p:ph type="title"/>
          </p:nvPr>
        </p:nvSpPr>
        <p:spPr>
          <a:xfrm>
            <a:off x="3939175" y="922025"/>
            <a:ext cx="1265700" cy="68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413187" y="290213"/>
            <a:ext cx="231959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/>
              <a:t>PROBLEM</a:t>
            </a:r>
            <a:endParaRPr sz="2500" b="1"/>
          </a:p>
        </p:txBody>
      </p:sp>
      <p:sp>
        <p:nvSpPr>
          <p:cNvPr id="495" name="Google Shape;495;p34"/>
          <p:cNvSpPr>
            <a:spLocks noChangeAspect="1"/>
          </p:cNvSpPr>
          <p:nvPr/>
        </p:nvSpPr>
        <p:spPr>
          <a:xfrm>
            <a:off x="868342" y="1536979"/>
            <a:ext cx="3269487" cy="3227902"/>
          </a:xfrm>
          <a:prstGeom prst="rect">
            <a:avLst/>
          </a:prstGeom>
          <a:blipFill dpi="0" rotWithShape="0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954" r="-23954"/>
            </a:stretch>
          </a:blip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5006171" y="1536979"/>
            <a:ext cx="3269487" cy="3227902"/>
          </a:xfrm>
          <a:prstGeom prst="rect">
            <a:avLst/>
          </a:prstGeom>
          <a:blipFill dpi="0" rotWithShape="0">
            <a:blip r:embed="rId5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711" r="-23711"/>
            </a:stretch>
          </a:blip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8428A1-6F8C-1909-A6AB-DC0869CF8B55}"/>
              </a:ext>
            </a:extLst>
          </p:cNvPr>
          <p:cNvSpPr txBox="1"/>
          <p:nvPr/>
        </p:nvSpPr>
        <p:spPr>
          <a:xfrm>
            <a:off x="1537058" y="5143500"/>
            <a:ext cx="2747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Lots of important work </a:t>
            </a:r>
            <a:endParaRPr lang="vi-VN" sz="1800">
              <a:solidFill>
                <a:schemeClr val="bg1"/>
              </a:solidFill>
              <a:latin typeface="Eras Demi ITC" panose="020B0805030504020804" pitchFamily="34" charset="0"/>
            </a:endParaRPr>
          </a:p>
          <a:p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but playing games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74C8A-B8B0-E3A0-FA38-046B38EC93C3}"/>
              </a:ext>
            </a:extLst>
          </p:cNvPr>
          <p:cNvSpPr txBox="1"/>
          <p:nvPr/>
        </p:nvSpPr>
        <p:spPr>
          <a:xfrm>
            <a:off x="5394948" y="5207794"/>
            <a:ext cx="3023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Have lots of ideas but </a:t>
            </a:r>
            <a:br>
              <a:rPr lang="vi-VN" sz="1800">
                <a:solidFill>
                  <a:schemeClr val="bg1"/>
                </a:solidFill>
                <a:latin typeface="Eras Demi ITC" panose="020B0805030504020804" pitchFamily="34" charset="0"/>
              </a:rPr>
            </a:br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don't</a:t>
            </a:r>
            <a:r>
              <a:rPr lang="vi-VN" sz="1800">
                <a:solidFill>
                  <a:schemeClr val="bg1"/>
                </a:solidFill>
                <a:latin typeface="Eras Demi ITC" panose="020B0805030504020804" pitchFamily="34" charset="0"/>
              </a:rPr>
              <a:t> </a:t>
            </a:r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know where to start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200B589-3924-A350-3817-854F48110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67" y="5193722"/>
            <a:ext cx="660403" cy="6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E175A0C9-E80A-9858-FD54-BCCDCA99E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545" y="5193722"/>
            <a:ext cx="660403" cy="6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>
          <a:extLst>
            <a:ext uri="{FF2B5EF4-FFF2-40B4-BE49-F238E27FC236}">
              <a16:creationId xmlns:a16="http://schemas.microsoft.com/office/drawing/2014/main" id="{1AD673EA-24E7-C630-284B-E5662C3D8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4">
            <a:extLst>
              <a:ext uri="{FF2B5EF4-FFF2-40B4-BE49-F238E27FC236}">
                <a16:creationId xmlns:a16="http://schemas.microsoft.com/office/drawing/2014/main" id="{78C96A6F-EC8E-A00E-6B67-6F14CFC4E1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187" y="290213"/>
            <a:ext cx="231959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/>
              <a:t>PROBLEM</a:t>
            </a:r>
            <a:endParaRPr sz="2500" b="1"/>
          </a:p>
        </p:txBody>
      </p:sp>
      <p:sp>
        <p:nvSpPr>
          <p:cNvPr id="495" name="Google Shape;495;p34">
            <a:extLst>
              <a:ext uri="{FF2B5EF4-FFF2-40B4-BE49-F238E27FC236}">
                <a16:creationId xmlns:a16="http://schemas.microsoft.com/office/drawing/2014/main" id="{8C9C8C94-118A-319A-0F83-D617810C08E8}"/>
              </a:ext>
            </a:extLst>
          </p:cNvPr>
          <p:cNvSpPr>
            <a:spLocks noChangeAspect="1"/>
          </p:cNvSpPr>
          <p:nvPr/>
        </p:nvSpPr>
        <p:spPr>
          <a:xfrm>
            <a:off x="868342" y="1536979"/>
            <a:ext cx="3269487" cy="3227902"/>
          </a:xfrm>
          <a:prstGeom prst="rect">
            <a:avLst/>
          </a:prstGeom>
          <a:blipFill dpi="0" rotWithShape="0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272" r="-57272"/>
            </a:stretch>
          </a:blip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4">
            <a:extLst>
              <a:ext uri="{FF2B5EF4-FFF2-40B4-BE49-F238E27FC236}">
                <a16:creationId xmlns:a16="http://schemas.microsoft.com/office/drawing/2014/main" id="{4FAD452C-677B-83C4-AD27-FACB9AF5DE5B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5006171" y="1536979"/>
            <a:ext cx="3269487" cy="3227902"/>
          </a:xfrm>
          <a:prstGeom prst="rect">
            <a:avLst/>
          </a:prstGeom>
          <a:blipFill dpi="0" rotWithShape="0">
            <a:blip r:embed="rId5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465" r="-32987"/>
            </a:stretch>
          </a:blip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CA988-F9F8-A803-0640-3680A0AE6532}"/>
              </a:ext>
            </a:extLst>
          </p:cNvPr>
          <p:cNvSpPr txBox="1"/>
          <p:nvPr/>
        </p:nvSpPr>
        <p:spPr>
          <a:xfrm>
            <a:off x="1114426" y="5317093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Unable to identify target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B247D-9899-00AB-79EC-B493060E14E4}"/>
              </a:ext>
            </a:extLst>
          </p:cNvPr>
          <p:cNvSpPr txBox="1"/>
          <p:nvPr/>
        </p:nvSpPr>
        <p:spPr>
          <a:xfrm>
            <a:off x="4889714" y="5317093"/>
            <a:ext cx="394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Eras Demi ITC" panose="020B0805030504020804" pitchFamily="34" charset="0"/>
              </a:rPr>
              <a:t>Don't know how to prioritize work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7D4986C-9924-A234-E30D-133346FDC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3" y="5143500"/>
            <a:ext cx="660403" cy="6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3B72F-63ED-C070-FFAA-455315BF3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27" y="5143500"/>
            <a:ext cx="660403" cy="6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263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E88FB76E-F179-D2B2-F14D-4EFC6427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">
            <a:extLst>
              <a:ext uri="{FF2B5EF4-FFF2-40B4-BE49-F238E27FC236}">
                <a16:creationId xmlns:a16="http://schemas.microsoft.com/office/drawing/2014/main" id="{3DD8DD53-64FE-2482-A6AA-B4C726B00E99}"/>
              </a:ext>
            </a:extLst>
          </p:cNvPr>
          <p:cNvSpPr/>
          <p:nvPr/>
        </p:nvSpPr>
        <p:spPr>
          <a:xfrm>
            <a:off x="1371600" y="1250400"/>
            <a:ext cx="6400800" cy="264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">
            <a:extLst>
              <a:ext uri="{FF2B5EF4-FFF2-40B4-BE49-F238E27FC236}">
                <a16:creationId xmlns:a16="http://schemas.microsoft.com/office/drawing/2014/main" id="{F5C4B0A2-563E-5F85-F3B1-2BF827471FAA}"/>
              </a:ext>
            </a:extLst>
          </p:cNvPr>
          <p:cNvSpPr/>
          <p:nvPr/>
        </p:nvSpPr>
        <p:spPr>
          <a:xfrm>
            <a:off x="3939180" y="630897"/>
            <a:ext cx="1265700" cy="12657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">
            <a:extLst>
              <a:ext uri="{FF2B5EF4-FFF2-40B4-BE49-F238E27FC236}">
                <a16:creationId xmlns:a16="http://schemas.microsoft.com/office/drawing/2014/main" id="{7F47548B-28CE-7E77-8925-9C3E6E8741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31591" y="2063400"/>
            <a:ext cx="5680819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SOLUTION</a:t>
            </a:r>
            <a:endParaRPr/>
          </a:p>
        </p:txBody>
      </p:sp>
      <p:sp>
        <p:nvSpPr>
          <p:cNvPr id="489" name="Google Shape;489;p33">
            <a:extLst>
              <a:ext uri="{FF2B5EF4-FFF2-40B4-BE49-F238E27FC236}">
                <a16:creationId xmlns:a16="http://schemas.microsoft.com/office/drawing/2014/main" id="{B79EC21C-3A9E-EFC2-4F21-A7B06A9FF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9175" y="922025"/>
            <a:ext cx="1265700" cy="68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669082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>
          <a:extLst>
            <a:ext uri="{FF2B5EF4-FFF2-40B4-BE49-F238E27FC236}">
              <a16:creationId xmlns:a16="http://schemas.microsoft.com/office/drawing/2014/main" id="{8DE7F163-368E-EBC7-DD17-BBAFB375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4">
            <a:extLst>
              <a:ext uri="{FF2B5EF4-FFF2-40B4-BE49-F238E27FC236}">
                <a16:creationId xmlns:a16="http://schemas.microsoft.com/office/drawing/2014/main" id="{5B005385-8355-4484-3EEA-544D4DF7F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186" y="290213"/>
            <a:ext cx="255861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/>
              <a:t>SOLUTION</a:t>
            </a:r>
            <a:endParaRPr sz="2000" b="1"/>
          </a:p>
        </p:txBody>
      </p:sp>
      <p:sp>
        <p:nvSpPr>
          <p:cNvPr id="4" name="Google Shape;494;p34">
            <a:extLst>
              <a:ext uri="{FF2B5EF4-FFF2-40B4-BE49-F238E27FC236}">
                <a16:creationId xmlns:a16="http://schemas.microsoft.com/office/drawing/2014/main" id="{89274E83-5C27-71BE-B448-17D0B9D1B461}"/>
              </a:ext>
            </a:extLst>
          </p:cNvPr>
          <p:cNvSpPr txBox="1">
            <a:spLocks/>
          </p:cNvSpPr>
          <p:nvPr/>
        </p:nvSpPr>
        <p:spPr>
          <a:xfrm>
            <a:off x="991394" y="1447156"/>
            <a:ext cx="6380956" cy="572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500" b="1">
                <a:solidFill>
                  <a:sysClr val="windowText" lastClr="000000"/>
                </a:solidFill>
              </a:rPr>
              <a:t>Categorize tasks</a:t>
            </a:r>
          </a:p>
        </p:txBody>
      </p:sp>
      <p:sp>
        <p:nvSpPr>
          <p:cNvPr id="5" name="Google Shape;494;p34">
            <a:extLst>
              <a:ext uri="{FF2B5EF4-FFF2-40B4-BE49-F238E27FC236}">
                <a16:creationId xmlns:a16="http://schemas.microsoft.com/office/drawing/2014/main" id="{32B9A784-90E3-4057-E4FC-3D388B6AAC87}"/>
              </a:ext>
            </a:extLst>
          </p:cNvPr>
          <p:cNvSpPr txBox="1">
            <a:spLocks/>
          </p:cNvSpPr>
          <p:nvPr/>
        </p:nvSpPr>
        <p:spPr>
          <a:xfrm>
            <a:off x="991394" y="2602418"/>
            <a:ext cx="6380956" cy="572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500" b="1">
                <a:solidFill>
                  <a:sysClr val="windowText" lastClr="000000"/>
                </a:solidFill>
              </a:rPr>
              <a:t>Organize user workspaces</a:t>
            </a:r>
          </a:p>
        </p:txBody>
      </p:sp>
      <p:sp>
        <p:nvSpPr>
          <p:cNvPr id="6" name="Google Shape;494;p34">
            <a:extLst>
              <a:ext uri="{FF2B5EF4-FFF2-40B4-BE49-F238E27FC236}">
                <a16:creationId xmlns:a16="http://schemas.microsoft.com/office/drawing/2014/main" id="{44405B38-7715-F701-6712-C69178DB87A4}"/>
              </a:ext>
            </a:extLst>
          </p:cNvPr>
          <p:cNvSpPr txBox="1">
            <a:spLocks/>
          </p:cNvSpPr>
          <p:nvPr/>
        </p:nvSpPr>
        <p:spPr>
          <a:xfrm>
            <a:off x="991394" y="3757681"/>
            <a:ext cx="6380956" cy="572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500" b="1">
                <a:solidFill>
                  <a:sysClr val="windowText" lastClr="000000"/>
                </a:solidFill>
              </a:rPr>
              <a:t>Control task timing</a:t>
            </a:r>
          </a:p>
        </p:txBody>
      </p:sp>
    </p:spTree>
    <p:extLst>
      <p:ext uri="{BB962C8B-B14F-4D97-AF65-F5344CB8AC3E}">
        <p14:creationId xmlns:p14="http://schemas.microsoft.com/office/powerpoint/2010/main" val="315587304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185B76CC-BF8B-C24D-8CD6-B5AEDA90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">
            <a:extLst>
              <a:ext uri="{FF2B5EF4-FFF2-40B4-BE49-F238E27FC236}">
                <a16:creationId xmlns:a16="http://schemas.microsoft.com/office/drawing/2014/main" id="{17EA7E11-A26E-C7A0-8D88-B0B219260B47}"/>
              </a:ext>
            </a:extLst>
          </p:cNvPr>
          <p:cNvSpPr/>
          <p:nvPr/>
        </p:nvSpPr>
        <p:spPr>
          <a:xfrm>
            <a:off x="1371600" y="1250400"/>
            <a:ext cx="6400800" cy="264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">
            <a:extLst>
              <a:ext uri="{FF2B5EF4-FFF2-40B4-BE49-F238E27FC236}">
                <a16:creationId xmlns:a16="http://schemas.microsoft.com/office/drawing/2014/main" id="{4719B03D-8E90-1C8F-E842-4C9DF0F5C996}"/>
              </a:ext>
            </a:extLst>
          </p:cNvPr>
          <p:cNvSpPr/>
          <p:nvPr/>
        </p:nvSpPr>
        <p:spPr>
          <a:xfrm>
            <a:off x="3939180" y="630897"/>
            <a:ext cx="1265700" cy="12657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">
            <a:extLst>
              <a:ext uri="{FF2B5EF4-FFF2-40B4-BE49-F238E27FC236}">
                <a16:creationId xmlns:a16="http://schemas.microsoft.com/office/drawing/2014/main" id="{D3D83756-823B-E0AB-5F4D-C588D4FDEDF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31591" y="2063400"/>
            <a:ext cx="5680819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5200"/>
              <a:t>FUNCTIONS</a:t>
            </a:r>
          </a:p>
        </p:txBody>
      </p:sp>
      <p:sp>
        <p:nvSpPr>
          <p:cNvPr id="489" name="Google Shape;489;p33">
            <a:extLst>
              <a:ext uri="{FF2B5EF4-FFF2-40B4-BE49-F238E27FC236}">
                <a16:creationId xmlns:a16="http://schemas.microsoft.com/office/drawing/2014/main" id="{C42A4FB3-7697-3A9D-40AA-6E9D0F1EDC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9175" y="922025"/>
            <a:ext cx="1265700" cy="68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988665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>
          <a:extLst>
            <a:ext uri="{FF2B5EF4-FFF2-40B4-BE49-F238E27FC236}">
              <a16:creationId xmlns:a16="http://schemas.microsoft.com/office/drawing/2014/main" id="{C63FA318-4B1D-CB62-30F7-28D77107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34">
            <a:extLst>
              <a:ext uri="{FF2B5EF4-FFF2-40B4-BE49-F238E27FC236}">
                <a16:creationId xmlns:a16="http://schemas.microsoft.com/office/drawing/2014/main" id="{56182F77-BBD1-DE8B-5109-0A38CD80EBC5}"/>
              </a:ext>
            </a:extLst>
          </p:cNvPr>
          <p:cNvSpPr txBox="1">
            <a:spLocks/>
          </p:cNvSpPr>
          <p:nvPr/>
        </p:nvSpPr>
        <p:spPr>
          <a:xfrm>
            <a:off x="991394" y="1447156"/>
            <a:ext cx="6495256" cy="572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500" b="1">
                <a:solidFill>
                  <a:sysClr val="windowText" lastClr="000000"/>
                </a:solidFill>
              </a:rPr>
              <a:t>Planning and scheduling</a:t>
            </a:r>
          </a:p>
        </p:txBody>
      </p:sp>
      <p:sp>
        <p:nvSpPr>
          <p:cNvPr id="5" name="Google Shape;494;p34">
            <a:extLst>
              <a:ext uri="{FF2B5EF4-FFF2-40B4-BE49-F238E27FC236}">
                <a16:creationId xmlns:a16="http://schemas.microsoft.com/office/drawing/2014/main" id="{2F776459-1494-1D27-343E-6EF459AAD488}"/>
              </a:ext>
            </a:extLst>
          </p:cNvPr>
          <p:cNvSpPr txBox="1">
            <a:spLocks/>
          </p:cNvSpPr>
          <p:nvPr/>
        </p:nvSpPr>
        <p:spPr>
          <a:xfrm>
            <a:off x="991394" y="2602418"/>
            <a:ext cx="6495256" cy="572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500" b="1">
                <a:solidFill>
                  <a:sysClr val="windowText" lastClr="000000"/>
                </a:solidFill>
              </a:rPr>
              <a:t>Smart Reminders &amp; Notifications</a:t>
            </a:r>
          </a:p>
        </p:txBody>
      </p:sp>
      <p:sp>
        <p:nvSpPr>
          <p:cNvPr id="6" name="Google Shape;494;p34">
            <a:extLst>
              <a:ext uri="{FF2B5EF4-FFF2-40B4-BE49-F238E27FC236}">
                <a16:creationId xmlns:a16="http://schemas.microsoft.com/office/drawing/2014/main" id="{70DD1454-F743-7A0F-2063-B83635858BE9}"/>
              </a:ext>
            </a:extLst>
          </p:cNvPr>
          <p:cNvSpPr txBox="1">
            <a:spLocks/>
          </p:cNvSpPr>
          <p:nvPr/>
        </p:nvSpPr>
        <p:spPr>
          <a:xfrm>
            <a:off x="991394" y="3757681"/>
            <a:ext cx="6495256" cy="5727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500" b="1">
                <a:solidFill>
                  <a:sysClr val="windowText" lastClr="000000"/>
                </a:solidFill>
              </a:rPr>
              <a:t>Time Tracking &amp; Reporting</a:t>
            </a:r>
          </a:p>
        </p:txBody>
      </p:sp>
      <p:sp>
        <p:nvSpPr>
          <p:cNvPr id="9" name="Google Shape;494;p34">
            <a:extLst>
              <a:ext uri="{FF2B5EF4-FFF2-40B4-BE49-F238E27FC236}">
                <a16:creationId xmlns:a16="http://schemas.microsoft.com/office/drawing/2014/main" id="{D362C558-DAFD-4FB0-4269-E6AF4027E6CC}"/>
              </a:ext>
            </a:extLst>
          </p:cNvPr>
          <p:cNvSpPr txBox="1">
            <a:spLocks/>
          </p:cNvSpPr>
          <p:nvPr/>
        </p:nvSpPr>
        <p:spPr>
          <a:xfrm>
            <a:off x="413186" y="290213"/>
            <a:ext cx="2558613" cy="57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28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Dela Gothic One"/>
              <a:buNone/>
              <a:defRPr sz="2600" b="0" i="0" u="none" strike="noStrike" cap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000" b="1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30748050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21F2BF80-7818-F088-A10E-462D4C2A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">
            <a:extLst>
              <a:ext uri="{FF2B5EF4-FFF2-40B4-BE49-F238E27FC236}">
                <a16:creationId xmlns:a16="http://schemas.microsoft.com/office/drawing/2014/main" id="{F96460D4-2B54-1231-57CA-618F1379D30A}"/>
              </a:ext>
            </a:extLst>
          </p:cNvPr>
          <p:cNvSpPr/>
          <p:nvPr/>
        </p:nvSpPr>
        <p:spPr>
          <a:xfrm>
            <a:off x="1371600" y="1250400"/>
            <a:ext cx="6400800" cy="26427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240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">
            <a:extLst>
              <a:ext uri="{FF2B5EF4-FFF2-40B4-BE49-F238E27FC236}">
                <a16:creationId xmlns:a16="http://schemas.microsoft.com/office/drawing/2014/main" id="{31084662-535B-0006-BBC1-992ADC4456B1}"/>
              </a:ext>
            </a:extLst>
          </p:cNvPr>
          <p:cNvSpPr/>
          <p:nvPr/>
        </p:nvSpPr>
        <p:spPr>
          <a:xfrm>
            <a:off x="3939180" y="630897"/>
            <a:ext cx="1265700" cy="12657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">
            <a:extLst>
              <a:ext uri="{FF2B5EF4-FFF2-40B4-BE49-F238E27FC236}">
                <a16:creationId xmlns:a16="http://schemas.microsoft.com/office/drawing/2014/main" id="{F77E0FAB-2B1D-63B1-15F1-3F3FF3C18F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31591" y="2063400"/>
            <a:ext cx="5680819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5200"/>
              <a:t>DEMO</a:t>
            </a:r>
          </a:p>
        </p:txBody>
      </p:sp>
      <p:sp>
        <p:nvSpPr>
          <p:cNvPr id="489" name="Google Shape;489;p33">
            <a:extLst>
              <a:ext uri="{FF2B5EF4-FFF2-40B4-BE49-F238E27FC236}">
                <a16:creationId xmlns:a16="http://schemas.microsoft.com/office/drawing/2014/main" id="{3D5EB44B-1459-DC4C-6435-279781EAE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9175" y="922025"/>
            <a:ext cx="1265700" cy="68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887710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" val="a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" val="a1"/>
</p:tagLst>
</file>

<file path=ppt/theme/theme1.xml><?xml version="1.0" encoding="utf-8"?>
<a:theme xmlns:a="http://schemas.openxmlformats.org/drawingml/2006/main" name="Record Industry Sales Minitheme by Slidesgo">
  <a:themeElements>
    <a:clrScheme name="Simple Light">
      <a:dk1>
        <a:srgbClr val="191919"/>
      </a:dk1>
      <a:lt1>
        <a:srgbClr val="FFFFFF"/>
      </a:lt1>
      <a:dk2>
        <a:srgbClr val="FFFFFF"/>
      </a:dk2>
      <a:lt2>
        <a:srgbClr val="FFFFFF"/>
      </a:lt2>
      <a:accent1>
        <a:srgbClr val="709BD2"/>
      </a:accent1>
      <a:accent2>
        <a:srgbClr val="FEE857"/>
      </a:accent2>
      <a:accent3>
        <a:srgbClr val="63A2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</TotalTime>
  <Words>152</Words>
  <Application>Microsoft Office PowerPoint</Application>
  <PresentationFormat>On-screen Show (16:9)</PresentationFormat>
  <Paragraphs>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Dela Gothic One</vt:lpstr>
      <vt:lpstr>Constantia</vt:lpstr>
      <vt:lpstr>Montserrat</vt:lpstr>
      <vt:lpstr>Montserrat Medium</vt:lpstr>
      <vt:lpstr>Jumble</vt:lpstr>
      <vt:lpstr>Arial</vt:lpstr>
      <vt:lpstr>Eras Demi ITC</vt:lpstr>
      <vt:lpstr>Record Industry Sales Minitheme by Slidesgo</vt:lpstr>
      <vt:lpstr>SMART-TIME MANAGEMENT</vt:lpstr>
      <vt:lpstr>MEMBERS</vt:lpstr>
      <vt:lpstr>                          TABLE OF CONTENTS</vt:lpstr>
      <vt:lpstr>PROBLEM</vt:lpstr>
      <vt:lpstr>PROBLEM</vt:lpstr>
      <vt:lpstr>PROBLEM</vt:lpstr>
      <vt:lpstr>SOLUTION</vt:lpstr>
      <vt:lpstr>SOLUTION</vt:lpstr>
      <vt:lpstr>FUNCTIONS</vt:lpstr>
      <vt:lpstr>PowerPoint Presentation</vt:lpstr>
      <vt:lpstr>DEMO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PC</dc:creator>
  <dc:description>9Slide.vn</dc:description>
  <cp:lastModifiedBy>Trần Nguyễn Duy Thạnh</cp:lastModifiedBy>
  <cp:revision>2</cp:revision>
  <dcterms:modified xsi:type="dcterms:W3CDTF">2025-04-07T06:30:44Z</dcterms:modified>
  <cp:category>9Slide.vn</cp:category>
</cp:coreProperties>
</file>